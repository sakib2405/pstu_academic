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F7252D-77B1-422D-B42D-0C8E2A2F9173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5520D-0256-4F7B-9526-75B001809D2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F7252D-77B1-422D-B42D-0C8E2A2F9173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5520D-0256-4F7B-9526-75B001809D2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F7252D-77B1-422D-B42D-0C8E2A2F9173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5520D-0256-4F7B-9526-75B001809D2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F7252D-77B1-422D-B42D-0C8E2A2F9173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5520D-0256-4F7B-9526-75B001809D2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F7252D-77B1-422D-B42D-0C8E2A2F9173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5520D-0256-4F7B-9526-75B001809D2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F7252D-77B1-422D-B42D-0C8E2A2F9173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5520D-0256-4F7B-9526-75B001809D2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F7252D-77B1-422D-B42D-0C8E2A2F9173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5520D-0256-4F7B-9526-75B001809D2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F7252D-77B1-422D-B42D-0C8E2A2F9173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5520D-0256-4F7B-9526-75B001809D2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F7252D-77B1-422D-B42D-0C8E2A2F9173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5520D-0256-4F7B-9526-75B001809D2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F7252D-77B1-422D-B42D-0C8E2A2F9173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5520D-0256-4F7B-9526-75B001809D2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F7252D-77B1-422D-B42D-0C8E2A2F9173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5520D-0256-4F7B-9526-75B001809D2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F7252D-77B1-422D-B42D-0C8E2A2F9173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E5520D-0256-4F7B-9526-75B001809D26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Gauss Elimination method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1801" y="1690688"/>
            <a:ext cx="11970199" cy="164097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3076" y="448408"/>
            <a:ext cx="9406577" cy="429524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810" y="365125"/>
            <a:ext cx="11388285" cy="424690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4414" y="365125"/>
            <a:ext cx="7794407" cy="499844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8651" y="456785"/>
            <a:ext cx="8754697" cy="594443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76074" y="694943"/>
            <a:ext cx="6639852" cy="546811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969" y="194811"/>
            <a:ext cx="9706707" cy="646837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8216" y="180877"/>
            <a:ext cx="8452394" cy="50581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" y="75732"/>
            <a:ext cx="7948988" cy="670653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7154" y="25396"/>
            <a:ext cx="7734297" cy="513263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2179" y="101744"/>
            <a:ext cx="9053286" cy="614626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9278" y="594917"/>
            <a:ext cx="8684648" cy="566816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292" y="337706"/>
            <a:ext cx="8916607" cy="618258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1" y="790206"/>
            <a:ext cx="7558408" cy="527758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</Words>
  <Application>WPS Presentation</Application>
  <PresentationFormat>Widescreen</PresentationFormat>
  <Paragraphs>2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3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Office Theme</vt:lpstr>
      <vt:lpstr>Gauss Elimination method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Gauss Elimination method</dc:title>
  <dc:creator>Lenovo</dc:creator>
  <cp:lastModifiedBy>nazmu</cp:lastModifiedBy>
  <cp:revision>8</cp:revision>
  <dcterms:created xsi:type="dcterms:W3CDTF">2025-06-29T15:56:00Z</dcterms:created>
  <dcterms:modified xsi:type="dcterms:W3CDTF">2025-08-18T17:25:44Z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9807F2FC36094224B6AA5258B258E21B_12</vt:lpwstr>
  </property>
  <property fmtid="{D5CDD505-2E9C-101B-9397-08002B2CF9AE}" pid="3" name="KSOProductBuildVer">
    <vt:lpwstr>2057-12.2.0.21931</vt:lpwstr>
  </property>
</Properties>
</file>