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291A3-5759-4832-8346-47D4702E9A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3F61F-E9D6-4DFC-8AF0-6AF988E3E7F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Gauss-Jordan Elimination Method with a Real-Life Example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Gauss-Jordan Elimination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Gauss-Jordan Elimination</a:t>
            </a:r>
            <a:r>
              <a:rPr lang="en-US" dirty="0" smtClean="0"/>
              <a:t> is a step-by-step method used to solve a system of linear equations </a:t>
            </a:r>
            <a:endParaRPr lang="en-US" dirty="0" smtClean="0"/>
          </a:p>
          <a:p>
            <a:pPr lvl="1"/>
            <a:r>
              <a:rPr lang="en-US" dirty="0" smtClean="0"/>
              <a:t>by transforming the </a:t>
            </a:r>
            <a:r>
              <a:rPr lang="en-US" b="1" dirty="0" smtClean="0"/>
              <a:t>augmented matrix</a:t>
            </a:r>
            <a:r>
              <a:rPr lang="en-US" dirty="0" smtClean="0"/>
              <a:t> into </a:t>
            </a:r>
            <a:r>
              <a:rPr lang="en-US" b="1" dirty="0" smtClean="0"/>
              <a:t>Reduced Row Echelon Form (RREF)</a:t>
            </a:r>
            <a:r>
              <a:rPr lang="en-US" dirty="0" smtClean="0"/>
              <a:t> using row operations.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🔹 Steps of the Method: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Form the augmented matrix of the system.</a:t>
            </a:r>
            <a:endParaRPr lang="en-US" dirty="0" smtClean="0"/>
          </a:p>
          <a:p>
            <a:r>
              <a:rPr lang="en-US" dirty="0" smtClean="0"/>
              <a:t>Make the leading entry (pivot) in each row a </a:t>
            </a:r>
            <a:r>
              <a:rPr lang="en-US" b="1" dirty="0" smtClean="0"/>
              <a:t>1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Make all other entries in the pivot's column </a:t>
            </a:r>
            <a:r>
              <a:rPr lang="en-US" b="1" dirty="0" smtClean="0"/>
              <a:t>0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Continue until the matrix is in </a:t>
            </a:r>
            <a:r>
              <a:rPr lang="en-US" b="1" dirty="0" smtClean="0"/>
              <a:t>RREF</a:t>
            </a:r>
            <a:r>
              <a:rPr lang="en-US" dirty="0" smtClean="0"/>
              <a:t>, then read off the solution.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4066" y="439616"/>
            <a:ext cx="11167095" cy="34114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15348"/>
            <a:ext cx="8774441" cy="19243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48" y="685801"/>
            <a:ext cx="11141371" cy="5056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86" y="226695"/>
            <a:ext cx="9847384" cy="6044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77" y="1834417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109" y="465992"/>
            <a:ext cx="9322066" cy="5385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Gauss-Jordan Elimination method vs Elimination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38611" y="1916722"/>
          <a:ext cx="10831765" cy="4395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1" imgW="5942330" imgH="3016250" progId="Word.Document.12">
                  <p:embed/>
                </p:oleObj>
              </mc:Choice>
              <mc:Fallback>
                <p:oleObj name="Document" r:id="rId1" imgW="5942330" imgH="3016250" progId="Word.Document.12">
                  <p:embed/>
                  <p:pic>
                    <p:nvPicPr>
                      <p:cNvPr id="0" name="Picture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611" y="1916722"/>
                        <a:ext cx="10831765" cy="4395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WPS Presentation</Application>
  <PresentationFormat>Widescreen</PresentationFormat>
  <Paragraphs>17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Word.Document.12</vt:lpstr>
      <vt:lpstr>Gauss-Jordan Elimination Method with a Real-Life Example</vt:lpstr>
      <vt:lpstr>Gauss-Jordan Elimination</vt:lpstr>
      <vt:lpstr>🔹 Steps of the Method:</vt:lpstr>
      <vt:lpstr>PowerPoint 演示文稿</vt:lpstr>
      <vt:lpstr>PowerPoint 演示文稿</vt:lpstr>
      <vt:lpstr>PowerPoint 演示文稿</vt:lpstr>
      <vt:lpstr>PowerPoint 演示文稿</vt:lpstr>
      <vt:lpstr>Gauss-Jordan Elimination method vs Elimination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Gauss-Jordan Elimination Method with a Real-Life Example</dc:title>
  <dc:creator>Lenovo</dc:creator>
  <cp:lastModifiedBy>Nazmus Sakib</cp:lastModifiedBy>
  <cp:revision>5</cp:revision>
  <dcterms:created xsi:type="dcterms:W3CDTF">2025-07-05T06:31:00Z</dcterms:created>
  <dcterms:modified xsi:type="dcterms:W3CDTF">2025-08-18T18:51:06Z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3A54A3072CCC4232A8DB6C00E0D35CC5_12</vt:lpwstr>
  </property>
  <property fmtid="{D5CDD505-2E9C-101B-9397-08002B2CF9AE}" pid="3" name="KSOProductBuildVer">
    <vt:lpwstr>2057-12.2.0.21931</vt:lpwstr>
  </property>
</Properties>
</file>