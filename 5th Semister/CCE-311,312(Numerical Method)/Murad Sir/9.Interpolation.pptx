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-120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8CBA7-1396-4B75-B0D6-6620A477634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9D65F-4B67-4096-9ED8-0AD7AE36D2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Interpolation: Diagonal and horizontal differences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="1" dirty="0" smtClean="0"/>
              <a:t>interpolation</a:t>
            </a:r>
            <a:r>
              <a:rPr lang="en-US" dirty="0" smtClean="0"/>
              <a:t>, particularly in </a:t>
            </a:r>
            <a:r>
              <a:rPr lang="en-US" b="1" dirty="0" smtClean="0"/>
              <a:t>finite differences</a:t>
            </a:r>
            <a:r>
              <a:rPr lang="en-US" dirty="0" smtClean="0"/>
              <a:t> or </a:t>
            </a:r>
            <a:r>
              <a:rPr lang="en-US" b="1" dirty="0" smtClean="0"/>
              <a:t>difference tables</a:t>
            </a:r>
            <a:r>
              <a:rPr lang="en-US" dirty="0" smtClean="0"/>
              <a:t>, we </a:t>
            </a:r>
            <a:r>
              <a:rPr lang="en-US" dirty="0" smtClean="0">
                <a:solidFill>
                  <a:srgbClr val="FF0000"/>
                </a:solidFill>
              </a:rPr>
              <a:t>often compute </a:t>
            </a:r>
            <a:r>
              <a:rPr lang="en-US" b="1" dirty="0" smtClean="0">
                <a:solidFill>
                  <a:srgbClr val="FF0000"/>
                </a:solidFill>
              </a:rPr>
              <a:t>diagonal</a:t>
            </a:r>
            <a:r>
              <a:rPr lang="en-US" dirty="0" smtClean="0">
                <a:solidFill>
                  <a:srgbClr val="FF0000"/>
                </a:solidFill>
              </a:rPr>
              <a:t> and </a:t>
            </a:r>
            <a:r>
              <a:rPr lang="en-US" b="1" dirty="0" smtClean="0">
                <a:solidFill>
                  <a:srgbClr val="FF0000"/>
                </a:solidFill>
              </a:rPr>
              <a:t>horizontal differences</a:t>
            </a:r>
            <a:r>
              <a:rPr lang="en-US" dirty="0" smtClean="0">
                <a:solidFill>
                  <a:srgbClr val="FF0000"/>
                </a:solidFill>
              </a:rPr>
              <a:t> to estimate the value of a function between known data points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54" y="365125"/>
            <a:ext cx="5837516" cy="57367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968" y="365125"/>
            <a:ext cx="5480529" cy="59253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795" y="184639"/>
            <a:ext cx="9705771" cy="40388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98" y="4403937"/>
            <a:ext cx="10218287" cy="1838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Differences of a polynomial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a </a:t>
            </a:r>
            <a:r>
              <a:rPr lang="en-US" b="1" dirty="0" smtClean="0"/>
              <a:t>polynomial of degree n</a:t>
            </a:r>
            <a:r>
              <a:rPr lang="en-US" dirty="0" smtClean="0"/>
              <a:t>, the </a:t>
            </a:r>
            <a:r>
              <a:rPr lang="en-US" b="1" dirty="0" smtClean="0"/>
              <a:t>n</a:t>
            </a:r>
            <a:r>
              <a:rPr lang="en-US" b="1" baseline="30000" dirty="0" smtClean="0"/>
              <a:t>-</a:t>
            </a:r>
            <a:r>
              <a:rPr lang="en-US" b="1" baseline="30000" dirty="0" err="1" smtClean="0"/>
              <a:t>th</a:t>
            </a:r>
            <a:r>
              <a:rPr lang="en-US" b="1" dirty="0" smtClean="0"/>
              <a:t> order finite difference</a:t>
            </a:r>
            <a:r>
              <a:rPr lang="en-US" dirty="0" smtClean="0"/>
              <a:t> is </a:t>
            </a:r>
            <a:r>
              <a:rPr lang="en-US" b="1" dirty="0" smtClean="0"/>
              <a:t>constant</a:t>
            </a:r>
            <a:r>
              <a:rPr lang="en-US" dirty="0" smtClean="0"/>
              <a:t>, and all higher-order differences are </a:t>
            </a:r>
            <a:r>
              <a:rPr lang="en-US" b="1" dirty="0" smtClean="0"/>
              <a:t>zero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b="1" dirty="0" smtClean="0"/>
              <a:t>Finite differences</a:t>
            </a:r>
            <a:r>
              <a:rPr lang="en-US" dirty="0" smtClean="0"/>
              <a:t> (forward, backward, etc.) computed from the </a:t>
            </a:r>
            <a:r>
              <a:rPr lang="en-US" b="1" dirty="0" smtClean="0"/>
              <a:t>function values of the polynomial at evenly spaced points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54" y="246186"/>
            <a:ext cx="8610639" cy="57072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463" y="113837"/>
            <a:ext cx="5442438" cy="6630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38" y="113837"/>
            <a:ext cx="5416060" cy="3581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479" y="3472960"/>
            <a:ext cx="6106377" cy="2781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038" y="509180"/>
            <a:ext cx="8583625" cy="5839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step-by-step process of using </a:t>
            </a:r>
            <a:r>
              <a:rPr lang="en-US" b="1" dirty="0" smtClean="0"/>
              <a:t>Newton's Forward Interpolation</a:t>
            </a:r>
            <a:r>
              <a:rPr lang="en-US" dirty="0" smtClean="0"/>
              <a:t> to find f(2.5).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914" y="1690687"/>
            <a:ext cx="11289323" cy="47980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step-by-step process of using </a:t>
            </a:r>
            <a:r>
              <a:rPr lang="en-US" b="1" dirty="0" smtClean="0"/>
              <a:t>Newton's Forward Interpolation</a:t>
            </a:r>
            <a:r>
              <a:rPr lang="en-US" dirty="0" smtClean="0"/>
              <a:t> to find f(2.5).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278" y="1534585"/>
            <a:ext cx="11289322" cy="5323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step-by-step process of using </a:t>
            </a:r>
            <a:r>
              <a:rPr lang="en-US" b="1" dirty="0" smtClean="0"/>
              <a:t>Newton's Forward Interpolation</a:t>
            </a:r>
            <a:r>
              <a:rPr lang="en-US" dirty="0" smtClean="0"/>
              <a:t> to find f(2.5).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0687"/>
            <a:ext cx="11843238" cy="5026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step-by-step process of using </a:t>
            </a:r>
            <a:r>
              <a:rPr lang="en-US" b="1" dirty="0" smtClean="0"/>
              <a:t>Newton's Forward Interpolation</a:t>
            </a:r>
            <a:r>
              <a:rPr lang="en-US" dirty="0" smtClean="0"/>
              <a:t> to find f(2.5).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991" y="1825625"/>
            <a:ext cx="10357339" cy="50323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Newton’s Backward Interpolation Formula</a:t>
            </a:r>
            <a:r>
              <a:rPr lang="en-US" dirty="0" smtClean="0"/>
              <a:t> to compute: f(3.5) Using the same data table: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177" y="1357646"/>
            <a:ext cx="9671537" cy="52453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41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Newton’s Backward Interpolation Formula</a:t>
            </a:r>
            <a:r>
              <a:rPr lang="en-US" dirty="0" smtClean="0"/>
              <a:t> to compute: f(3.5) Using the same data table: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627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1167211"/>
            <a:ext cx="5846885" cy="56681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158418"/>
            <a:ext cx="6096000" cy="5418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41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Newton’s Backward Interpolation Formula</a:t>
            </a:r>
            <a:r>
              <a:rPr lang="en-US" dirty="0" smtClean="0"/>
              <a:t> to compute: f(3.5) Using the same data table: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627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74" y="1292180"/>
            <a:ext cx="5501049" cy="54182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108" y="1173709"/>
            <a:ext cx="6142893" cy="6163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Comparison between Newton’s Forward and Backward Interpolation</a:t>
            </a:r>
            <a:r>
              <a:rPr lang="en-US" dirty="0" smtClean="0"/>
              <a:t>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437" y="1690688"/>
            <a:ext cx="8573696" cy="4744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55344" y="318347"/>
            <a:ext cx="7564770" cy="4577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87104" y="229497"/>
            <a:ext cx="9202758" cy="565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7672" y="559558"/>
            <a:ext cx="9799092" cy="5762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WPS Presentation</Application>
  <PresentationFormat>Custom</PresentationFormat>
  <Paragraphs>25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Interpolation: Diagonal and horizontal differences</vt:lpstr>
      <vt:lpstr>PowerPoint 演示文稿</vt:lpstr>
      <vt:lpstr>PowerPoint 演示文稿</vt:lpstr>
      <vt:lpstr>PowerPoint 演示文稿</vt:lpstr>
      <vt:lpstr>Differences of a polynomial</vt:lpstr>
      <vt:lpstr>PowerPoint 演示文稿</vt:lpstr>
      <vt:lpstr>PowerPoint 演示文稿</vt:lpstr>
      <vt:lpstr>PowerPoint 演示文稿</vt:lpstr>
      <vt:lpstr>Full step-by-step process of using Newton's Forward Interpolation to find f(2.5).</vt:lpstr>
      <vt:lpstr>Full step-by-step process of using Newton's Forward Interpolation to find f(2.5).</vt:lpstr>
      <vt:lpstr>Full step-by-step process of using Newton's Forward Interpolation to find f(2.5).</vt:lpstr>
      <vt:lpstr>Full step-by-step process of using Newton's Forward Interpolation to find f(2.5).</vt:lpstr>
      <vt:lpstr>Newton’s Backward Interpolation Formula to compute: f(3.5) Using the same data table: </vt:lpstr>
      <vt:lpstr>Newton’s Backward Interpolation Formula to compute: f(3.5) Using the same data table: </vt:lpstr>
      <vt:lpstr>Newton’s Backward Interpolation Formula to compute: f(3.5) Using the same data table: </vt:lpstr>
      <vt:lpstr>Comparison between Newton’s Forward and Backward Interpolation methods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Interpolation: Diagonal and horizontal differences</dc:title>
  <dc:creator>Lenovo</dc:creator>
  <cp:lastModifiedBy>Nazmus Sakib</cp:lastModifiedBy>
  <cp:revision>7</cp:revision>
  <dcterms:created xsi:type="dcterms:W3CDTF">2025-07-06T08:37:00Z</dcterms:created>
  <dcterms:modified xsi:type="dcterms:W3CDTF">2025-08-20T10:51:53Z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DB6FE42AC0BD4C369FF9DCBCE0DA3767_12</vt:lpwstr>
  </property>
  <property fmtid="{D5CDD505-2E9C-101B-9397-08002B2CF9AE}" pid="3" name="KSOProductBuildVer">
    <vt:lpwstr>2057-12.2.0.21931</vt:lpwstr>
  </property>
</Properties>
</file>