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20829-DB75-4052-A63D-B2A5063E07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BEC94-2FBA-40BF-8C73-D6ACFFD8572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General Guideline for ML-Based Numerical Method Assignments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1398080"/>
            <a:ext cx="12124592" cy="2676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562" y="181021"/>
            <a:ext cx="6665290" cy="5714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24" y="365125"/>
            <a:ext cx="7335348" cy="5374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38" y="870438"/>
            <a:ext cx="9610056" cy="3233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978" y="144952"/>
            <a:ext cx="10550768" cy="6577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292" y="358898"/>
            <a:ext cx="6380250" cy="6277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24" y="0"/>
            <a:ext cx="6803014" cy="6572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46" y="258772"/>
            <a:ext cx="7668537" cy="6300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38" y="55318"/>
            <a:ext cx="7305652" cy="6802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WPS Presentation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General Guideline for ML-Based Numerical Method Assignments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Guideline for ML-Based Numerical Method Assignments</dc:title>
  <dc:creator>Lenovo</dc:creator>
  <cp:lastModifiedBy>Nazmus Sakib</cp:lastModifiedBy>
  <cp:revision>5</cp:revision>
  <dcterms:created xsi:type="dcterms:W3CDTF">2025-07-28T00:53:00Z</dcterms:created>
  <dcterms:modified xsi:type="dcterms:W3CDTF">2025-08-02T13:48:45Z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6278747698A24685B8EC8A8BD4A2FB2C_12</vt:lpwstr>
  </property>
  <property fmtid="{D5CDD505-2E9C-101B-9397-08002B2CF9AE}" pid="3" name="KSOProductBuildVer">
    <vt:lpwstr>1033-12.2.0.22222</vt:lpwstr>
  </property>
</Properties>
</file>