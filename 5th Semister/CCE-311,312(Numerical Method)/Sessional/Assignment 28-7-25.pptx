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6913CF-0D0A-4B01-A83D-98916B2E3C5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884EFCF-DB1E-44B0-8246-EC0EF92B395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7693" y="620713"/>
            <a:ext cx="10363200" cy="1470025"/>
          </a:xfrm>
        </p:spPr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numerical methods topics, each with a relevant </a:t>
            </a:r>
            <a:r>
              <a:rPr lang="en-US" b="1" dirty="0" smtClean="0"/>
              <a:t>real-life dataset source</a:t>
            </a:r>
            <a:r>
              <a:rPr lang="en-US" dirty="0" smtClean="0"/>
              <a:t> (mostly from </a:t>
            </a:r>
            <a:r>
              <a:rPr lang="en-US" dirty="0" err="1" smtClean="0">
                <a:solidFill>
                  <a:srgbClr val="FF0000"/>
                </a:solidFill>
              </a:rPr>
              <a:t>Kaggle</a:t>
            </a:r>
            <a:r>
              <a:rPr lang="en-US" dirty="0" smtClean="0">
                <a:solidFill>
                  <a:srgbClr val="FF0000"/>
                </a:solidFill>
              </a:rPr>
              <a:t>, UCI ML Repository, or </a:t>
            </a:r>
            <a:r>
              <a:rPr lang="en-US" dirty="0" err="1" smtClean="0">
                <a:solidFill>
                  <a:srgbClr val="FF0000"/>
                </a:solidFill>
              </a:rPr>
              <a:t>scikit</a:t>
            </a:r>
            <a:r>
              <a:rPr lang="en-US" dirty="0" smtClean="0">
                <a:solidFill>
                  <a:srgbClr val="FF0000"/>
                </a:solidFill>
              </a:rPr>
              <a:t>-learn datasets).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Each assignment applies a </a:t>
            </a:r>
            <a:r>
              <a:rPr lang="en-US" b="1" dirty="0" smtClean="0"/>
              <a:t>numerical method</a:t>
            </a:r>
            <a:r>
              <a:rPr lang="en-US" dirty="0" smtClean="0"/>
              <a:t> in an ML-relevant way (e.g., optimization, regression, root-finding).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" y="1379220"/>
            <a:ext cx="8422640" cy="501332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1365250"/>
            <a:ext cx="7039610" cy="53213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1397000"/>
            <a:ext cx="8672195" cy="514286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9760" y="274638"/>
            <a:ext cx="10972800" cy="1143000"/>
          </a:xfrm>
        </p:spPr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1515110"/>
            <a:ext cx="8156575" cy="478155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313180"/>
            <a:ext cx="8216265" cy="529526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41450"/>
            <a:ext cx="7772400" cy="515874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99440" y="274638"/>
            <a:ext cx="10972800" cy="1143000"/>
          </a:xfrm>
        </p:spPr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280" y="274638"/>
            <a:ext cx="10972800" cy="1143000"/>
          </a:xfrm>
        </p:spPr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" y="1417955"/>
            <a:ext cx="7406005" cy="5291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Student-Level Mini Projects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95120"/>
            <a:ext cx="7980680" cy="4671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WPS Presentation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Business Cooperate</vt:lpstr>
      <vt:lpstr>Assignment</vt:lpstr>
      <vt:lpstr>Student-Level Mini Projects</vt:lpstr>
      <vt:lpstr>Student-Level Mini Projects</vt:lpstr>
      <vt:lpstr>Student-Level Mini Projects</vt:lpstr>
      <vt:lpstr>Student-Level Mini Projects</vt:lpstr>
      <vt:lpstr>Student-Level Mini Projects</vt:lpstr>
      <vt:lpstr>Student-Level Mini Projects</vt:lpstr>
      <vt:lpstr>Student-Level Mini Projects</vt:lpstr>
      <vt:lpstr>Student-Level Mini Projects</vt:lpstr>
      <vt:lpstr>Student-Level Mini Projects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</dc:title>
  <dc:creator>Lenovo</dc:creator>
  <cp:lastModifiedBy>Nazmus Sakib</cp:lastModifiedBy>
  <cp:revision>5</cp:revision>
  <dcterms:created xsi:type="dcterms:W3CDTF">2025-07-28T00:46:00Z</dcterms:created>
  <dcterms:modified xsi:type="dcterms:W3CDTF">2025-07-28T09:37:56Z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F6264D0512134CC2B64AF4FA39980A79_12</vt:lpwstr>
  </property>
  <property fmtid="{D5CDD505-2E9C-101B-9397-08002B2CF9AE}" pid="3" name="KSOProductBuildVer">
    <vt:lpwstr>1033-12.2.0.21931</vt:lpwstr>
  </property>
</Properties>
</file>