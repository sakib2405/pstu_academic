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Host Grotesk Medium"/>
      <p:regular r:id="rId15"/>
    </p:embeddedFon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555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Breast Cancer Classification Using Logistic Regression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13277"/>
            <a:ext cx="7556421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this project, we apply Logistic Regression with Gradient Descent to classify breast cancer tumors as malignant or benign using a dataset from the UCI Machine Learning Repository. This method offers a robust, interpretable approach to binary classification in medical diagnostics.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Overview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dataset contains features computed from digitized images of a breast mass. These features capture various characteristics of the cell nuclei present in the image, such as shape, size, and texture.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819519"/>
            <a:ext cx="634210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records: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569 patient samples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200995"/>
            <a:ext cx="634210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30 numeric features, including: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582472"/>
            <a:ext cx="634210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(mean of distances from center to points on the perimeter)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4273272"/>
            <a:ext cx="634210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Texture (standard deviation of gray-scale values)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638" y="4654748"/>
            <a:ext cx="634210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Perimeter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1638" y="5036225"/>
            <a:ext cx="634210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638" y="5417701"/>
            <a:ext cx="634210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Smoothness (local variation in radius lengths)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1638" y="5799177"/>
            <a:ext cx="634210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Diagnosis (M = Malignant, B = Benign)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71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Preprocessing Steps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89728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04" y="3043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533775"/>
            <a:ext cx="598277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Dropped irrelevant columns such as 'id' and 'Unnamed: 32', which do not contribute to the classification task.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00211" y="2249567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7025" y="2703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Label Encoding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7025" y="3193613"/>
            <a:ext cx="5982772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Transformed the categorical diagnosis labels into numerical values: Malignant (M) encoded as 1, and Benign (B) as 0.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51095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0604" y="5404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Scaling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895142"/>
            <a:ext cx="5982772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feature values using standardization to ensure all features contribute equally to the model, preventing features with larger ranges from dominating.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00211" y="4610933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7025" y="5064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Splitting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7025" y="5554980"/>
            <a:ext cx="598277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the processed dataset into features (X) and labels (y), preparing it for model training and evaluation.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733" y="413861"/>
            <a:ext cx="5031105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Logistic Regression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6733" y="1245275"/>
            <a:ext cx="6604873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 is a statistical model used for binary classification. Despite its name, it is a classification algorithm that models the probability of a binary outcome. It's particularly effective when the relationship between features and the outcome is not necessarily linear.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52475" y="2091809"/>
            <a:ext cx="188142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Sigmoid Function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52475" y="2477453"/>
            <a:ext cx="6379131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of logistic regression is the sigmoid function, which squashes any real-valued number into a probability between 0 and 1. This probability represents the likelihood of the instance belonging to the positive class (e.g., malignant tumor).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6733" y="2091809"/>
            <a:ext cx="15240" cy="1062871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7" name="Text 5"/>
          <p:cNvSpPr/>
          <p:nvPr/>
        </p:nvSpPr>
        <p:spPr>
          <a:xfrm>
            <a:off x="7506414" y="1300282"/>
            <a:ext cx="6604873" cy="428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6414" y="1300282"/>
            <a:ext cx="6604873" cy="4282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06414" y="1918930"/>
            <a:ext cx="6604873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</a:t>
            </a:r>
            <a:pPr algn="l" indent="0" marL="0">
              <a:lnSpc>
                <a:spcPts val="1750"/>
              </a:lnSpc>
              <a:buNone/>
            </a:pPr>
            <a:r>
              <a:rPr lang="en-US" sz="11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 = w^T x + b</a:t>
            </a:r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representing the linear combination of features and weights.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414" y="2313980"/>
            <a:ext cx="6604873" cy="6604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5324"/>
            <a:ext cx="57754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Gradient Descent Algorithm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615202"/>
            <a:ext cx="13042821" cy="1025128"/>
          </a:xfrm>
          <a:prstGeom prst="roundRect">
            <a:avLst>
              <a:gd name="adj" fmla="val 7435"/>
            </a:avLst>
          </a:prstGeom>
          <a:solidFill>
            <a:srgbClr val="B6D6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41" y="1873687"/>
            <a:ext cx="226814" cy="1814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3506" y="1842016"/>
            <a:ext cx="1227165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Descent is an iterative optimization algorithm used to minimize the loss (cost) function of a model by finding the optimal weights and bias. It moves in the direction of the steepest decrease of the function.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93790" y="3116580"/>
            <a:ext cx="6430685" cy="1602224"/>
          </a:xfrm>
          <a:prstGeom prst="roundRect">
            <a:avLst>
              <a:gd name="adj" fmla="val 6848"/>
            </a:avLst>
          </a:prstGeom>
          <a:solidFill>
            <a:srgbClr val="FAF9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093720"/>
            <a:ext cx="6430685" cy="9144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896" y="2844403"/>
            <a:ext cx="544354" cy="5443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00249" y="2980492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998101" y="357020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Initialize Parameters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98101" y="3962519"/>
            <a:ext cx="6022062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random or zero values for weights (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and bias (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405926" y="3116580"/>
            <a:ext cx="6430685" cy="1602224"/>
          </a:xfrm>
          <a:prstGeom prst="roundRect">
            <a:avLst>
              <a:gd name="adj" fmla="val 6848"/>
            </a:avLst>
          </a:prstGeom>
          <a:solidFill>
            <a:srgbClr val="FAF9F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926" y="3093720"/>
            <a:ext cx="6430685" cy="9144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9032" y="2844403"/>
            <a:ext cx="544354" cy="54435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2385" y="2980492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7610237" y="357020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Compute Predictions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7610237" y="3962519"/>
            <a:ext cx="6022062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the predicted probabilities (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y_hat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using the current weights, bias, and the sigmoid function.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793790" y="5172432"/>
            <a:ext cx="6430685" cy="2371844"/>
          </a:xfrm>
          <a:prstGeom prst="roundRect">
            <a:avLst>
              <a:gd name="adj" fmla="val 4626"/>
            </a:avLst>
          </a:prstGeom>
          <a:solidFill>
            <a:srgbClr val="FAF9F5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49572"/>
            <a:ext cx="6430685" cy="91440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6896" y="4900255"/>
            <a:ext cx="544354" cy="54435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900249" y="5036344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3"/>
          <p:cNvSpPr/>
          <p:nvPr/>
        </p:nvSpPr>
        <p:spPr>
          <a:xfrm>
            <a:off x="998101" y="562606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Calculate Gradients</a:t>
            </a:r>
            <a:endParaRPr lang="en-US" sz="1750" dirty="0"/>
          </a:p>
        </p:txBody>
      </p:sp>
      <p:sp>
        <p:nvSpPr>
          <p:cNvPr id="23" name="Text 14"/>
          <p:cNvSpPr/>
          <p:nvPr/>
        </p:nvSpPr>
        <p:spPr>
          <a:xfrm>
            <a:off x="998101" y="6018371"/>
            <a:ext cx="6022062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the partial derivatives of the loss function with respect to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(gradients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dw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7405926" y="5172432"/>
            <a:ext cx="6430685" cy="2371844"/>
          </a:xfrm>
          <a:prstGeom prst="roundRect">
            <a:avLst>
              <a:gd name="adj" fmla="val 4626"/>
            </a:avLst>
          </a:prstGeom>
          <a:solidFill>
            <a:srgbClr val="FAF9F5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5926" y="5149572"/>
            <a:ext cx="6430685" cy="91440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9032" y="4900255"/>
            <a:ext cx="544354" cy="54435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0512385" y="5036344"/>
            <a:ext cx="21764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17"/>
          <p:cNvSpPr/>
          <p:nvPr/>
        </p:nvSpPr>
        <p:spPr>
          <a:xfrm>
            <a:off x="7610237" y="562606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Update Parameters</a:t>
            </a:r>
            <a:endParaRPr lang="en-US" sz="1750" dirty="0"/>
          </a:p>
        </p:txBody>
      </p:sp>
      <p:sp>
        <p:nvSpPr>
          <p:cNvPr id="29" name="Text 18"/>
          <p:cNvSpPr/>
          <p:nvPr/>
        </p:nvSpPr>
        <p:spPr>
          <a:xfrm>
            <a:off x="7610237" y="6018371"/>
            <a:ext cx="6022062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Adjust weights and bias in the opposite direction of the gradient, scaled by the learning rate (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):</a:t>
            </a:r>
            <a:endParaRPr lang="en-US" sz="1400" dirty="0"/>
          </a:p>
        </p:txBody>
      </p:sp>
      <p:sp>
        <p:nvSpPr>
          <p:cNvPr id="30" name="Text 19"/>
          <p:cNvSpPr/>
          <p:nvPr/>
        </p:nvSpPr>
        <p:spPr>
          <a:xfrm>
            <a:off x="7610237" y="6679168"/>
            <a:ext cx="6022062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 := w - α * dw</a:t>
            </a:r>
            <a:endParaRPr lang="en-US" sz="1400" dirty="0"/>
          </a:p>
        </p:txBody>
      </p:sp>
      <p:sp>
        <p:nvSpPr>
          <p:cNvPr id="31" name="Text 20"/>
          <p:cNvSpPr/>
          <p:nvPr/>
        </p:nvSpPr>
        <p:spPr>
          <a:xfrm>
            <a:off x="7610237" y="7067788"/>
            <a:ext cx="602206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 := b - α * 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701694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Training and Evaluation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123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Iterative Optimization: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Weights and bias were iteratively updated using Gradient Descent for a specified number of epochs, converging towards optimal values that minimize the loss function.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3015496"/>
            <a:ext cx="634210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Split: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dataset was divided into an 80% training set and a 20% test set to ensure robust evaluation and prevent overfitting.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3706297"/>
            <a:ext cx="6342102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Phase: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logistic regression model learned from the training data, adjusting its parameters based on the calculated gradients.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4706422"/>
            <a:ext cx="634210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Phase: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trained model was then tested on the unseen 20% of the data to assess its generalization capability.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5397222"/>
            <a:ext cx="6342102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Metric: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Accuracy was chosen as the primary metric, measuring the proportion of correctly classified instances on the test set.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55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Results and Accuracy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27972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Logistic Regression model demonstrated exceptional performance on the breast cancer classification task.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36633"/>
            <a:ext cx="312908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36633"/>
            <a:ext cx="3019544" cy="283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92893" y="3536633"/>
            <a:ext cx="85951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96.5%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1034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Overall Accuracy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593908"/>
            <a:ext cx="41586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Achieved on the test set, indicating strong predictive power.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35893" y="3536633"/>
            <a:ext cx="337673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536633"/>
            <a:ext cx="3309104" cy="283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82645" y="3536633"/>
            <a:ext cx="61186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98%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35893" y="4103489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Benign Cases Correctly Identified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235893" y="4948238"/>
            <a:ext cx="41586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sensitivity for detecting benign tumors, minimizing false positives.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77995" y="3536633"/>
            <a:ext cx="337673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536633"/>
            <a:ext cx="3174087" cy="283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24748" y="3536633"/>
            <a:ext cx="61186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94%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77995" y="4103489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Malignant Cases Correctly Identified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677995" y="4948238"/>
            <a:ext cx="41586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specificity in identifying malignant tumors, crucial for early detection.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93790" y="5883712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high accuracy (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&gt;90%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clearly demonstrates that logistic regression is an effective and reliable approach for this binary classification problem, providing a solid foundation for diagnostic support.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3001"/>
            <a:ext cx="7293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 and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457093"/>
            <a:ext cx="5904548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 with Gradient Descent provides a robust and interpretable solution for breast cancer classification, delivering high accuracy.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57093"/>
            <a:ext cx="30480" cy="1020485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732728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simplicity and effectiveness of this model make it a valuable tool in preliminary diagnostic assessments.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428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009900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Regularization: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 L1 or L2 regularization to prevent overfitting and improve model generalization.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769519"/>
            <a:ext cx="62447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Engineering/Selection: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Explore advanced feature engineering techniques or automated feature selection methods to identify the most impactful features and potentially reduce model complexity.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209461"/>
            <a:ext cx="6244709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Hyperparameter Tuning: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Optimize learning rate (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and number of epochs using techniques like GridSearchCV.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976699"/>
            <a:ext cx="624470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Alternative Models: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Compare performance with more complex models such as Support Vector Machines (SVMs) or Neural Networks for potential improvements.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2025-08-03T16:40:37Z</dcterms:created>
  <dcterms:modified xsi:type="dcterms:W3CDTF">2025-08-03T16:40:37Z</dcterms:modified>
</cp:coreProperties>
</file>