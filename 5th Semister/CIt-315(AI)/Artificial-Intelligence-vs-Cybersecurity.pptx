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86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1697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213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652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893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0850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112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098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0064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721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5819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991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23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04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948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45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48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61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072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79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207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39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50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Intelligence vs Cybersecurity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05822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Nazmus Sakib</a:t>
            </a:r>
            <a:endParaRPr lang="en-US" sz="2800" b="1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2102066 Reg: 10193</a:t>
            </a:r>
            <a:endParaRPr lang="en-US" sz="2800" b="1" dirty="0"/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30/11/2025</a:t>
            </a:r>
            <a:endParaRPr 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82"/>
    </mc:Choice>
    <mc:Fallback>
      <p:transition spd="slow" advTm="1408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1090"/>
            <a:ext cx="9553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Introduction: Converging Frontiers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1003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310" y="50100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42524" y="5267325"/>
            <a:ext cx="3449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Intelligence (AI)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75774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rapidly expanding domain, enhancing automation, predictive analytics, and decision-making capabilities across industries.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501003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98067" y="501003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7282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Cybersecurity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7282" y="575774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critical practice of protecting digital systems, networks, and data from an ever-evolving landscape of threats and attacks.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377"/>
    </mc:Choice>
    <mc:Fallback>
      <p:transition spd="slow" advTm="2637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3055"/>
            <a:ext cx="10008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Artificial Intelligence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95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encapsulates the ability of machines to mimic human intelligence, enabling them to learn, reason, and adapt.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2954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444835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that learn from data.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218974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77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263384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networks for complex pattern recognition.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607475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048369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 (NLP)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589311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machines to understand human language.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5833348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2255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Computer Vision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715953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Allowing machines to "see" and interpret images.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444847"/>
            <a:ext cx="339328" cy="33932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93790" y="72336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technologies are leveraged in automation, prediction, and recognition tasks across various applications.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73"/>
    </mc:Choice>
    <mc:Fallback>
      <p:transition spd="slow" advTm="271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12338"/>
            <a:ext cx="6347103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Defining Cybersecurity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9383" y="1753553"/>
            <a:ext cx="1307163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is the essential practice of protecting digital assets from unauthorised access, use, disclosure, disruption, modification, or destruction.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" y="2716530"/>
            <a:ext cx="4171593" cy="25781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9383" y="551735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Protection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9383" y="5998845"/>
            <a:ext cx="41715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Safeguarding sensitive information from breaches.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44" y="2716530"/>
            <a:ext cx="4171593" cy="25781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9344" y="551735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Security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5229344" y="5998845"/>
            <a:ext cx="41715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Defending against external and internal threats.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305" y="2716530"/>
            <a:ext cx="4171593" cy="25781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9305" y="551735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Device Security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9679305" y="5998845"/>
            <a:ext cx="417159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endpoints like computers and mobile devices.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79264" y="6961823"/>
            <a:ext cx="1307163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defence mechanisms include encryption, firewalls, intrusion detection systems, and comprehensive risk management strategies.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31"/>
    </mc:Choice>
    <mc:Fallback>
      <p:transition spd="slow" advTm="3323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840581"/>
            <a:ext cx="5536883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as a Cybersecurity Ally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4363" y="1652349"/>
            <a:ext cx="7915275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significantly augments cybersecurity capabilities, offering advanced protection against sophisticated threats.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89861" y="2674501"/>
            <a:ext cx="175498" cy="789742"/>
          </a:xfrm>
          <a:prstGeom prst="roundRect">
            <a:avLst>
              <a:gd name="adj" fmla="val 420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4363" y="2559248"/>
            <a:ext cx="526494" cy="526494"/>
          </a:xfrm>
          <a:prstGeom prst="roundRect">
            <a:avLst>
              <a:gd name="adj" fmla="val 868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927" y="2690813"/>
            <a:ext cx="263247" cy="2632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16355" y="2586752"/>
            <a:ext cx="3036332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Threat Detection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316355" y="2966204"/>
            <a:ext cx="72132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algorithms can automatically identify and flag malicious activities in real-time.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1053108" y="3903107"/>
            <a:ext cx="175498" cy="789742"/>
          </a:xfrm>
          <a:prstGeom prst="roundRect">
            <a:avLst>
              <a:gd name="adj" fmla="val 420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77610" y="3787854"/>
            <a:ext cx="526494" cy="526494"/>
          </a:xfrm>
          <a:prstGeom prst="roundRect">
            <a:avLst>
              <a:gd name="adj" fmla="val 868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9174" y="3919418"/>
            <a:ext cx="263247" cy="2632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79602" y="3815358"/>
            <a:ext cx="3368516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Behavioural Anomaly Detection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79602" y="4194810"/>
            <a:ext cx="6950035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identifies unusual patterns that indicate potential cyber-attacks.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316355" y="5131713"/>
            <a:ext cx="175498" cy="789742"/>
          </a:xfrm>
          <a:prstGeom prst="roundRect">
            <a:avLst>
              <a:gd name="adj" fmla="val 420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1140857" y="5016460"/>
            <a:ext cx="526494" cy="526494"/>
          </a:xfrm>
          <a:prstGeom prst="roundRect">
            <a:avLst>
              <a:gd name="adj" fmla="val 868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421" y="5148024"/>
            <a:ext cx="263247" cy="2632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42849" y="5043964"/>
            <a:ext cx="270724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Incident Response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842849" y="5423416"/>
            <a:ext cx="66867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automate responses to attacks, drastically reducing reaction times.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1579721" y="6360319"/>
            <a:ext cx="175498" cy="1028581"/>
          </a:xfrm>
          <a:prstGeom prst="roundRect">
            <a:avLst>
              <a:gd name="adj" fmla="val 420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404223" y="6245066"/>
            <a:ext cx="526494" cy="526494"/>
          </a:xfrm>
          <a:prstGeom prst="roundRect">
            <a:avLst>
              <a:gd name="adj" fmla="val 8683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5787" y="6376630"/>
            <a:ext cx="263247" cy="2632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06216" y="6272570"/>
            <a:ext cx="3153608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Attack Forecasting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2106216" y="6652022"/>
            <a:ext cx="6423422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Utilising big data analysis, AI predicts future attack vectors and vulnerabilities.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54"/>
    </mc:Choice>
    <mc:Fallback>
      <p:transition spd="slow" advTm="3155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2822" y="554712"/>
            <a:ext cx="7630477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Cybersecurity Risks Posed by AI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2822" y="1443871"/>
            <a:ext cx="7798356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AI offers powerful defence mechanisms, it also introduces new vulnerabilities and tools for malicious actors.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22" y="2275403"/>
            <a:ext cx="961311" cy="1415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6300" y="2467570"/>
            <a:ext cx="2450068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Malware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826300" y="2883218"/>
            <a:ext cx="6644878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becomes more adaptive and evasive, learning to bypass traditional defences.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22" y="3690699"/>
            <a:ext cx="961311" cy="11534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6300" y="3882866"/>
            <a:ext cx="374630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Accelerated Password Cracking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826300" y="4298513"/>
            <a:ext cx="664487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algorithms can crack complex passwords at unprecedented speeds.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22" y="4844177"/>
            <a:ext cx="961311" cy="14152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6300" y="5036344"/>
            <a:ext cx="269855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Sophisticated Phishing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826300" y="5451991"/>
            <a:ext cx="6644878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generates highly convincing and personalised phishing emails, increasing success rates.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822" y="6259473"/>
            <a:ext cx="961311" cy="14152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26300" y="6451640"/>
            <a:ext cx="273522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Cybercrime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1826300" y="6867287"/>
            <a:ext cx="6644878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enables attackers to launch highly automated and rapid cyber-attacks, scaling malicious activities.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16"/>
    </mc:Choice>
    <mc:Fallback>
      <p:transition spd="slow" advTm="3801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408"/>
            <a:ext cx="116244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vs. Cybersecurity: A Comparative 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58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distinct yet intertwined roles of AI and Cybersecurity is crucial.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33869"/>
            <a:ext cx="13042821" cy="3342322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34148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343" y="348519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485198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intelligence and decision-making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606" y="348519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digital systems and data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99180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343" y="413551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4135517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Fast, predictive analysis, automation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606" y="4135517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Defensive strategies, prevention, risk mitigation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0503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8343" y="514873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514873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for bias, errors, and ethical misuse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848606" y="514873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by human expertise, reaction time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5535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343" y="579905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Risk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5799058"/>
            <a:ext cx="47497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Misapplication, autonomous weapons, privacy concerns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848606" y="579905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Emergence of new, AI-driven threats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66"/>
    </mc:Choice>
    <mc:Fallback>
      <p:transition spd="slow" advTm="3306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755690"/>
            <a:ext cx="10069354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Integrating AI into Cybersecurity Tools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474" y="1850231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rapidly being integrated into various cybersecurity tools to enhance their effectiveness and proactive capabilities.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7474" y="2752487"/>
            <a:ext cx="6460927" cy="2264688"/>
          </a:xfrm>
          <a:prstGeom prst="roundRect">
            <a:avLst>
              <a:gd name="adj" fmla="val 64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7474" y="2722007"/>
            <a:ext cx="6460927" cy="121920"/>
          </a:xfrm>
          <a:prstGeom prst="roundRect">
            <a:avLst>
              <a:gd name="adj" fmla="val 7357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540" y="2432209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9707" y="2624376"/>
            <a:ext cx="256223" cy="2562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1433" y="3286363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SIEM with AI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91433" y="3748088"/>
            <a:ext cx="597300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Information and Event Management (SIEM) systems leverage AI for advanced threat correlation and anomaly detection.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21880" y="2752487"/>
            <a:ext cx="6461046" cy="2264688"/>
          </a:xfrm>
          <a:prstGeom prst="roundRect">
            <a:avLst>
              <a:gd name="adj" fmla="val 646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21880" y="2722007"/>
            <a:ext cx="6461046" cy="121920"/>
          </a:xfrm>
          <a:prstGeom prst="roundRect">
            <a:avLst>
              <a:gd name="adj" fmla="val 7357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332065" y="2432209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4232" y="2624376"/>
            <a:ext cx="256223" cy="2562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65839" y="3286363"/>
            <a:ext cx="2765703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Firewalls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665839" y="3748088"/>
            <a:ext cx="5973128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next-generation firewalls use AI to intelligently adapt to new threats and filter malicious traffic.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47474" y="5550932"/>
            <a:ext cx="6460927" cy="192297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47474" y="5520452"/>
            <a:ext cx="6460927" cy="121920"/>
          </a:xfrm>
          <a:prstGeom prst="roundRect">
            <a:avLst>
              <a:gd name="adj" fmla="val 7357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540" y="5230654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9707" y="5422821"/>
            <a:ext cx="256223" cy="2562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1433" y="6084808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 Detection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91433" y="6546533"/>
            <a:ext cx="5973008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models analyse transaction patterns to instantly detect and prevent fraudulent activities.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421880" y="5550932"/>
            <a:ext cx="6461046" cy="192297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21880" y="5520452"/>
            <a:ext cx="6461046" cy="121920"/>
          </a:xfrm>
          <a:prstGeom prst="roundRect">
            <a:avLst>
              <a:gd name="adj" fmla="val 7357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332065" y="5230654"/>
            <a:ext cx="640675" cy="640675"/>
          </a:xfrm>
          <a:prstGeom prst="roundRect">
            <a:avLst>
              <a:gd name="adj" fmla="val 14272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24232" y="5422821"/>
            <a:ext cx="256223" cy="2562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65839" y="6084808"/>
            <a:ext cx="3306008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Biometric Access Control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7665839" y="6546533"/>
            <a:ext cx="5973128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recognition and other biometric AI enhance physical and digital access security, offering robust authentication.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92"/>
    </mc:Choice>
    <mc:Fallback>
      <p:transition spd="slow" advTm="3569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2305" y="583406"/>
            <a:ext cx="7992189" cy="102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 Landscape of AI &amp; Cybersecurity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62305" y="1858447"/>
            <a:ext cx="799218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interplay between AI and cybersecurity will deepen, shaping the future of digital defence.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62305" y="2306717"/>
            <a:ext cx="658178" cy="1211461"/>
          </a:xfrm>
          <a:prstGeom prst="roundRect">
            <a:avLst>
              <a:gd name="adj" fmla="val 3600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7926" y="2758202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85027" y="2471261"/>
            <a:ext cx="20570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as Core Defence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85027" y="2827139"/>
            <a:ext cx="7169468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will transition from a supplementary tool to an indispensable component of cybersecurity strategies.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62305" y="3682722"/>
            <a:ext cx="658178" cy="1211461"/>
          </a:xfrm>
          <a:prstGeom prst="roundRect">
            <a:avLst>
              <a:gd name="adj" fmla="val 3600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7926" y="4134207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85027" y="3847267"/>
            <a:ext cx="221837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Increased Automation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85027" y="4203144"/>
            <a:ext cx="7169468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operations will become increasingly automated to counter the speed of AI-driven attacks.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2305" y="5058728"/>
            <a:ext cx="658178" cy="1211461"/>
          </a:xfrm>
          <a:prstGeom prst="roundRect">
            <a:avLst>
              <a:gd name="adj" fmla="val 3600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67926" y="5510213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85027" y="5223272"/>
            <a:ext cx="20570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&amp; Safe AI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85027" y="5579150"/>
            <a:ext cx="7169468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will be placed on developing AI ethically and ensuring its safe deployment to prevent misuse.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62305" y="6434733"/>
            <a:ext cx="658178" cy="1211461"/>
          </a:xfrm>
          <a:prstGeom prst="roundRect">
            <a:avLst>
              <a:gd name="adj" fmla="val 3600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7926" y="6886218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885027" y="6599277"/>
            <a:ext cx="21499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Talent Demand Surge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85027" y="6955155"/>
            <a:ext cx="7169468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will be a significant increase in demand for professionals skilled in both AI and cybersecurity.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596"/>
    </mc:Choice>
    <mc:Fallback>
      <p:transition spd="slow" advTm="385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7545" y="858798"/>
            <a:ext cx="7715250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 A Symbiotic Relationship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077545" y="1639848"/>
            <a:ext cx="7961709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and Cybersecurity are inextricably linked, each profoundly influencing the other.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77545" y="2370296"/>
            <a:ext cx="7961709" cy="1258610"/>
          </a:xfrm>
          <a:prstGeom prst="roundRect">
            <a:avLst>
              <a:gd name="adj" fmla="val 322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53996" y="2546747"/>
            <a:ext cx="2220158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Interconnection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53996" y="2911912"/>
            <a:ext cx="7608808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and cybersecurity are not separate entities but deeply intertwined, forming a symbiotic relationship.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77545" y="3797737"/>
            <a:ext cx="7961709" cy="988338"/>
          </a:xfrm>
          <a:prstGeom prst="roundRect">
            <a:avLst>
              <a:gd name="adj" fmla="val 410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53996" y="3974187"/>
            <a:ext cx="2111335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Security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53996" y="4339352"/>
            <a:ext cx="760880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significantly strengthens defensive capabilities against a myriad of cyber threats.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77545" y="4954905"/>
            <a:ext cx="7961709" cy="988338"/>
          </a:xfrm>
          <a:prstGeom prst="roundRect">
            <a:avLst>
              <a:gd name="adj" fmla="val 410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53996" y="5131356"/>
            <a:ext cx="2111335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Risks Emerge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53996" y="5496520"/>
            <a:ext cx="760880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advent of AI also introduces novel vulnerabilities and sophisticated attack vectors.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77545" y="6112073"/>
            <a:ext cx="7961709" cy="1258610"/>
          </a:xfrm>
          <a:prstGeom prst="roundRect">
            <a:avLst>
              <a:gd name="adj" fmla="val 322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53996" y="6288524"/>
            <a:ext cx="2374940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Balanced Development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53996" y="6653689"/>
            <a:ext cx="7608808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a secure digital future hinges on ethical AI development and balanced technological advancement.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16"/>
    </mc:Choice>
    <mc:Fallback>
      <p:transition spd="slow" advTm="3931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que 1">
            <a:extLst>
              <a:ext uri="{FF2B5EF4-FFF2-40B4-BE49-F238E27FC236}">
                <a16:creationId xmlns:a16="http://schemas.microsoft.com/office/drawing/2014/main" id="{64A50F47-A3E5-4D1D-B0B9-05317B9822C6}"/>
              </a:ext>
            </a:extLst>
          </p:cNvPr>
          <p:cNvSpPr/>
          <p:nvPr/>
        </p:nvSpPr>
        <p:spPr>
          <a:xfrm>
            <a:off x="4292600" y="1739900"/>
            <a:ext cx="7112000" cy="3746500"/>
          </a:xfrm>
          <a:prstGeom prst="plaqu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B6321-5D00-9CDA-71B6-276C17D0765F}"/>
              </a:ext>
            </a:extLst>
          </p:cNvPr>
          <p:cNvSpPr txBox="1"/>
          <p:nvPr/>
        </p:nvSpPr>
        <p:spPr>
          <a:xfrm>
            <a:off x="5632450" y="2096512"/>
            <a:ext cx="4260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</a:t>
            </a:r>
          </a:p>
          <a:p>
            <a:pPr algn="ctr"/>
            <a:r>
              <a:rPr lang="en-US" sz="96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62137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41"/>
    </mc:Choice>
    <mc:Fallback>
      <p:transition spd="slow" advTm="29741"/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753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 Bold</vt:lpstr>
      <vt:lpstr>Gill Sans MT</vt:lpstr>
      <vt:lpstr>Inter</vt:lpstr>
      <vt:lpstr>Arial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Nazmus Sakib</dc:creator>
  <cp:lastModifiedBy>Nazmus Sakib</cp:lastModifiedBy>
  <cp:revision>3</cp:revision>
  <dcterms:created xsi:type="dcterms:W3CDTF">2025-11-30T14:43:27Z</dcterms:created>
  <dcterms:modified xsi:type="dcterms:W3CDTF">2025-11-30T15:15:20Z</dcterms:modified>
</cp:coreProperties>
</file>