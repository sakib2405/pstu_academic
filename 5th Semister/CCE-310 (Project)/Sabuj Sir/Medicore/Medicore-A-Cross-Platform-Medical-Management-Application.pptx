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embeddedFontLst>
    <p:embeddedFont>
      <p:font typeface="Libre Baskerville" panose="02000000000000000000" pitchFamily="34" charset="0"/>
      <p:bold r:id="rId16"/>
    </p:embeddedFont>
    <p:embeddedFont>
      <p:font typeface="Libre Baskerville" panose="02000000000000000000" pitchFamily="34" charset="-122"/>
      <p:bold r:id="rId17"/>
    </p:embeddedFont>
    <p:embeddedFont>
      <p:font typeface="Libre Baskerville" panose="02000000000000000000" pitchFamily="34" charset="-120"/>
      <p:bold r:id="rId18"/>
    </p:embeddedFont>
    <p:embeddedFont>
      <p:font typeface="Open Sans" pitchFamily="34" charset="0"/>
      <p:bold r:id="rId19"/>
    </p:embeddedFont>
    <p:embeddedFont>
      <p:font typeface="Open Sans" pitchFamily="34" charset="-122"/>
      <p:bold r:id="rId20"/>
    </p:embeddedFont>
    <p:embeddedFont>
      <p:font typeface="Open Sans" pitchFamily="34" charset="-120"/>
      <p:bold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07300"/>
            <a:ext cx="7556421" cy="186023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Medicore: A Cross-Platform Medical Management Application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365188"/>
            <a:ext cx="75564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Name: Nazmus Sakib</a:t>
            </a:r>
            <a:endParaRPr lang="en-US" b="1" dirty="0">
              <a:solidFill>
                <a:srgbClr val="49495A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980384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ID: 2102066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793790" y="5650111"/>
            <a:ext cx="2977039" cy="3720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Reg: 101093</a:t>
            </a:r>
            <a:endParaRPr lang="en-US" sz="2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9867"/>
            <a:ext cx="7082433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Project Overview: Medicore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56780"/>
            <a:ext cx="13042821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Medicore is a Flutter-based medical appointment and e-prescription application designed for both patients and doctors. It provides comprehensive features like appointment scheduling, video consultations, digital prescriptions, and patient history tracking, all integrated with secure payment support for a seamless healthcare experience.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307437"/>
            <a:ext cx="6422231" cy="914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249" y="3032641"/>
            <a:ext cx="595313" cy="595313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843" y="3181469"/>
            <a:ext cx="238125" cy="29765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15008" y="3826431"/>
            <a:ext cx="298382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Simplify Appointments</a:t>
            </a:r>
            <a:endParaRPr lang="en-US" sz="1950" dirty="0"/>
          </a:p>
        </p:txBody>
      </p:sp>
      <p:sp>
        <p:nvSpPr>
          <p:cNvPr id="8" name="Text 3"/>
          <p:cNvSpPr/>
          <p:nvPr/>
        </p:nvSpPr>
        <p:spPr>
          <a:xfrm>
            <a:off x="1015008" y="4255651"/>
            <a:ext cx="597979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 booking and management for all users, reducing wait times and administrative burden.</a:t>
            </a:r>
            <a:endParaRPr lang="en-US" sz="15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4379" y="3307437"/>
            <a:ext cx="6422231" cy="9144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838" y="3032641"/>
            <a:ext cx="595313" cy="595313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6432" y="3181469"/>
            <a:ext cx="238125" cy="297656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635597" y="3826431"/>
            <a:ext cx="2891076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Secure E-Prescriptions</a:t>
            </a:r>
            <a:endParaRPr lang="en-US" sz="1950" dirty="0"/>
          </a:p>
        </p:txBody>
      </p:sp>
      <p:sp>
        <p:nvSpPr>
          <p:cNvPr id="13" name="Text 5"/>
          <p:cNvSpPr/>
          <p:nvPr/>
        </p:nvSpPr>
        <p:spPr>
          <a:xfrm>
            <a:off x="7635597" y="4255651"/>
            <a:ext cx="597979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digital prescriptions and comprehensive patient history tracking for improved accuracy and accessibility.</a:t>
            </a:r>
            <a:endParaRPr lang="en-US" sz="155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5585103"/>
            <a:ext cx="6422231" cy="91440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7249" y="5310307"/>
            <a:ext cx="595313" cy="595313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5843" y="5459135"/>
            <a:ext cx="238125" cy="297656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1015008" y="6104096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Integrate Payments</a:t>
            </a:r>
            <a:endParaRPr lang="en-US" sz="1950" dirty="0"/>
          </a:p>
        </p:txBody>
      </p:sp>
      <p:sp>
        <p:nvSpPr>
          <p:cNvPr id="18" name="Text 7"/>
          <p:cNvSpPr/>
          <p:nvPr/>
        </p:nvSpPr>
        <p:spPr>
          <a:xfrm>
            <a:off x="1015008" y="6533317"/>
            <a:ext cx="597979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secure and convenient payment options for online and offline consultation fees.</a:t>
            </a:r>
            <a:endParaRPr lang="en-US" sz="1550" dirty="0"/>
          </a:p>
        </p:txBody>
      </p:sp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4379" y="5585103"/>
            <a:ext cx="6422231" cy="91440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7838" y="5310307"/>
            <a:ext cx="595313" cy="595313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06432" y="5459135"/>
            <a:ext cx="238125" cy="297656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7635597" y="6104096"/>
            <a:ext cx="3266003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Improve Communication</a:t>
            </a:r>
            <a:endParaRPr lang="en-US" sz="1950" dirty="0"/>
          </a:p>
        </p:txBody>
      </p:sp>
      <p:sp>
        <p:nvSpPr>
          <p:cNvPr id="23" name="Text 9"/>
          <p:cNvSpPr/>
          <p:nvPr/>
        </p:nvSpPr>
        <p:spPr>
          <a:xfrm>
            <a:off x="7635597" y="6533317"/>
            <a:ext cx="597979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Facilitate direct and secure patient-doctor interaction through in-app chat and real-time notifications.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3728"/>
            <a:ext cx="8617387" cy="62007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Addressing Healthcare Challenges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70641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Existing medical management solutions are often fragmented and lack comprehensive features, leading to inefficiencies and patient dissatisfaction. Medicore aims to solve key pain points for both patients and healthcare providers.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128963"/>
            <a:ext cx="4215289" cy="2141815"/>
          </a:xfrm>
          <a:prstGeom prst="roundRect">
            <a:avLst>
              <a:gd name="adj" fmla="val 1390"/>
            </a:avLst>
          </a:prstGeom>
          <a:noFill/>
          <a:ln w="22860">
            <a:solidFill>
              <a:srgbClr val="D0CE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5008" y="3350181"/>
            <a:ext cx="264854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Fragmented Records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15008" y="3779401"/>
            <a:ext cx="3772853" cy="12701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Scattered health information across various providers leads to incomplete patient profiles and potential medical errors.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128963"/>
            <a:ext cx="4215408" cy="2141815"/>
          </a:xfrm>
          <a:prstGeom prst="roundRect">
            <a:avLst>
              <a:gd name="adj" fmla="val 1390"/>
            </a:avLst>
          </a:prstGeom>
          <a:noFill/>
          <a:ln w="22860">
            <a:solidFill>
              <a:srgbClr val="D0CE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28655" y="3350181"/>
            <a:ext cx="2827139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Inefficient Scheduling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28655" y="3779401"/>
            <a:ext cx="3772972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appointment processes and long wait times cause frustration for both patients and clinic staff.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128963"/>
            <a:ext cx="4215289" cy="2141815"/>
          </a:xfrm>
          <a:prstGeom prst="roundRect">
            <a:avLst>
              <a:gd name="adj" fmla="val 1390"/>
            </a:avLst>
          </a:prstGeom>
          <a:noFill/>
          <a:ln w="22860">
            <a:solidFill>
              <a:srgbClr val="D0CE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42421" y="3350181"/>
            <a:ext cx="3595449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Lack of Digital Prescriptions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42421" y="3779401"/>
            <a:ext cx="3772853" cy="95261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Over-reliance on paper prescriptions increases the risk of loss, illegibility, and medication errors.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469136"/>
            <a:ext cx="6422112" cy="1506736"/>
          </a:xfrm>
          <a:prstGeom prst="roundRect">
            <a:avLst>
              <a:gd name="adj" fmla="val 1976"/>
            </a:avLst>
          </a:prstGeom>
          <a:noFill/>
          <a:ln w="22860">
            <a:solidFill>
              <a:srgbClr val="D0CE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5008" y="5690354"/>
            <a:ext cx="3186708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Limited Communication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15008" y="6119574"/>
            <a:ext cx="5979676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Challenges in direct, secure patient-doctor interaction hinder timely medical advice and follow-ups.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260" y="5469136"/>
            <a:ext cx="6422231" cy="1506736"/>
          </a:xfrm>
          <a:prstGeom prst="roundRect">
            <a:avLst>
              <a:gd name="adj" fmla="val 1976"/>
            </a:avLst>
          </a:prstGeom>
          <a:noFill/>
          <a:ln w="22860">
            <a:solidFill>
              <a:srgbClr val="D0CE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478" y="5690354"/>
            <a:ext cx="2480905" cy="3101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Payment Hurdles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635478" y="6119574"/>
            <a:ext cx="5979795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Inconvenient payment methods often require physical presence, adding unnecessary friction to the healthcare journey.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906" y="528638"/>
            <a:ext cx="8307586" cy="6007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Related Work &amp; Medicore's Scope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68906" y="1513880"/>
            <a:ext cx="13092589" cy="615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numerous applications address specific aspects of medical management, Medicore offers a unified, comprehensive solution that integrates various functionalities into a single platform.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68906" y="2537579"/>
            <a:ext cx="2960965" cy="3604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Current Limitations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68906" y="3090148"/>
            <a:ext cx="6311860" cy="615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Telehealth platforms often lack robust patient record management.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8906" y="3772733"/>
            <a:ext cx="6311860" cy="615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Hospital and clinic-specific applications are frequently siloed and not interoperable.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906" y="4455319"/>
            <a:ext cx="6311860" cy="615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Medication reminder apps typically do not integrate with appointment scheduling.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906" y="5137904"/>
            <a:ext cx="6311860" cy="615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 health record apps often lack direct booking capabilities with healthcare providers.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57254" y="2537579"/>
            <a:ext cx="2883575" cy="3604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Medicore's Scope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557254" y="3090148"/>
            <a:ext cx="6311860" cy="3076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Initial Version Focuses On: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557254" y="3570803"/>
            <a:ext cx="6311860" cy="3076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appointment scheduling and management.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557254" y="3945731"/>
            <a:ext cx="6311860" cy="3076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e-prescriptions and digital medical records.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557254" y="4320659"/>
            <a:ext cx="6311860" cy="615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Robust user authentication and role-based dashboards for patients and doctors.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557254" y="5003244"/>
            <a:ext cx="6311860" cy="3076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payment processing for consultations.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557254" y="5483900"/>
            <a:ext cx="6311860" cy="3076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Future Extensions: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557254" y="5964555"/>
            <a:ext cx="6311860" cy="3076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with wearable health devices.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557254" y="6339483"/>
            <a:ext cx="6311860" cy="615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AI-powered symptom analysis and preliminary diagnosis assistance.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57254" y="7022068"/>
            <a:ext cx="6311860" cy="6153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Deeper integration with existing Electronic Health Record (EHR) systems.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545783"/>
            <a:ext cx="8168402" cy="5891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Methodology &amp; Technology Stack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511975"/>
            <a:ext cx="13042821" cy="603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Medicore will be developed using an agile methodology, ensuring iterative improvements and continuous integration of user feedback. This approach allows for flexibility and responsiveness to evolving requirements.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27434"/>
            <a:ext cx="565547" cy="5655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94961" y="2486501"/>
            <a:ext cx="2356842" cy="294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Frontend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594961" y="2894290"/>
            <a:ext cx="5602367" cy="9051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Flutter (Dart) for high-performance, cross-platform mobile application development, ensuring native-like experiences on both iOS and Android.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2953" y="2327434"/>
            <a:ext cx="565547" cy="56554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34124" y="2486501"/>
            <a:ext cx="2356842" cy="294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Backend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8234124" y="2894290"/>
            <a:ext cx="5602486" cy="603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(authentication, real-time database) or a custom PHP + MySQL solution for scalable and secure server-side operations.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70772"/>
            <a:ext cx="565547" cy="56554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94961" y="4429839"/>
            <a:ext cx="2356842" cy="294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594961" y="4837628"/>
            <a:ext cx="5602367" cy="9051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Firestore (NoSQL) for flexible, real-time data synchronization or MySQL (relational) for structured data management, depending on specific data needs.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953" y="4270772"/>
            <a:ext cx="565547" cy="5655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34124" y="4429839"/>
            <a:ext cx="2356842" cy="294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Payment Gateway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234124" y="4837628"/>
            <a:ext cx="5602486" cy="603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SSLCommerz for secure and localized payment processing, facilitating seamless transactions for users.</a:t>
            </a:r>
            <a:endParaRPr lang="en-US" sz="14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214110"/>
            <a:ext cx="565547" cy="565547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594961" y="6373178"/>
            <a:ext cx="2356842" cy="294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Notifications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1594961" y="6780967"/>
            <a:ext cx="5602367" cy="6034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Firebase Cloud Messaging (FCM) for real-time alerts and push notifications, ensuring users receive timely updates.</a:t>
            </a:r>
            <a:endParaRPr lang="en-US" sz="14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2953" y="6214110"/>
            <a:ext cx="565547" cy="565547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234124" y="6373178"/>
            <a:ext cx="2356842" cy="294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9495A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UI/UX Design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8234124" y="6780967"/>
            <a:ext cx="5602486" cy="9051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Figma for collaborative wireframing, prototyping, and high-fidelity mockups, ensuring an intuitive and visually appealing user interface.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1248" y="318730"/>
            <a:ext cx="5041582" cy="3604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Design Principles &amp; Visual Models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61248" y="909757"/>
            <a:ext cx="13707904" cy="1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Medicore's design is meticulously crafted to prioritize an exceptional user experience, visual consistency, and robust security from the ground up.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61248" y="1339215"/>
            <a:ext cx="1729978" cy="2162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Design Principles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248" y="1670685"/>
            <a:ext cx="6713339" cy="1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User-Centric Design:</a:t>
            </a: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Intuitive navigation and ease of use are paramount, ensuring a smooth experience for all users.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1248" y="1895594"/>
            <a:ext cx="6713339" cy="369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Responsive Design:</a:t>
            </a: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application will provide a seamless experience across various screen sizes and devices, from smartphones to tablets.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1248" y="2305050"/>
            <a:ext cx="6713339" cy="369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Security &amp; Privacy by Design:</a:t>
            </a: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Robust security measures are integrated from the initial design phase, protecting sensitive health data.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1248" y="2714506"/>
            <a:ext cx="6713339" cy="1845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Accessibility:</a:t>
            </a: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Designed to be inclusive, ensuring the application is usable by individuals with varying abilities and needs.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63433" y="1339215"/>
            <a:ext cx="1729978" cy="21621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Visual Models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63433" y="1670685"/>
            <a:ext cx="6713339" cy="369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SzPct val="100000"/>
              <a:buNone/>
            </a:pPr>
            <a:r>
              <a:rPr lang="en-US" sz="9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Material/Cupertino Design:</a:t>
            </a: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Adopting platform-specific design guidelines (Material Design for Android, Cupertino for iOS) ensures a consistent and familiar UI/UX on each operating system.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3433" y="2169438"/>
            <a:ext cx="3741182" cy="56117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445" y="352306"/>
            <a:ext cx="6277094" cy="4002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Development Timeline &amp; UI Mockups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12445" y="1008817"/>
            <a:ext cx="13605510" cy="204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Medicore project follows a structured timeline, from initial discovery to deployment and ongoing iteration, ensuring a systematic and efficient development process.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12445" y="1485900"/>
            <a:ext cx="1921788" cy="2401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Key Phases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12445" y="1854160"/>
            <a:ext cx="6646545" cy="4098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1: Discovery &amp; Planning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(5 weeks): Comprehensive requirement gathering and project scope definition.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445" y="2308741"/>
            <a:ext cx="6646545" cy="4098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2: UI/UX Design &amp; Prototyping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(9 weeks): Creation of wireframes, mockups, and interactive prototypes based on user research.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12445" y="2763322"/>
            <a:ext cx="6646545" cy="204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3: Core MVP Development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(12 weeks): Building the Minimum Viable Product with essential features.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12445" y="3012996"/>
            <a:ext cx="6646545" cy="4098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4: Testing &amp; Quality Assurance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(12 weeks): Rigorous testing, bug fixing, and performance optimization to ensure a stable application.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2445" y="3467576"/>
            <a:ext cx="6646545" cy="2049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5: Deployment &amp; Launch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(5 weeks): Preparing for and releasing the application to target platforms.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2445" y="3717250"/>
            <a:ext cx="6646545" cy="4098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Phase 6: Post-Launch &amp; Iteration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(Ongoing): Continuous monitoring, user feedback integration, and feature enhancements.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030" y="1501854"/>
            <a:ext cx="4155877" cy="62337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7453" y="397788"/>
            <a:ext cx="4286131" cy="4061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Limitations &amp; Conclusion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77453" y="1063704"/>
            <a:ext cx="13475494" cy="41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Medicore is poised to be a transformative digital solution in healthcare, prioritizing user convenience and robust security. While the initial version has some limitations, our commitment to data protection and regulatory adherence is foundational.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7453" y="1755219"/>
            <a:ext cx="2002155" cy="2436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7453" y="2128718"/>
            <a:ext cx="6579275" cy="2077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browser extensions are planned for the initial release, focusing solely on mobile applications.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7453" y="2381964"/>
            <a:ext cx="6579275" cy="41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initial MVP primarily focuses on core functionalities, with advanced features to be introduced in subsequent updates.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77453" y="2842974"/>
            <a:ext cx="6579275" cy="2077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Extensive offline capabilities will be limited in the MVP, with plans for expansion in future iterations.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81292" y="1755219"/>
            <a:ext cx="2320766" cy="2436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Security &amp; Compliance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81292" y="2128718"/>
            <a:ext cx="6579275" cy="41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 Encryption (SSL/TLS):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All data in transit and at rest will be encrypted to protect sensitive patient information.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81292" y="2589728"/>
            <a:ext cx="6579275" cy="41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Strong Authentication &amp; Authorization: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Implementing robust user authentication and role-based access control to ensure data integrity and privacy.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481292" y="3050738"/>
            <a:ext cx="6579275" cy="41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Regular Security Audits: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Conducting frequent security assessments and penetration testing to identify and mitigate vulnerabilities.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81292" y="3511748"/>
            <a:ext cx="6579275" cy="41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Regulatory Adherence (HIPAA, GDPR):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Ensuring compliance with relevant healthcare data privacy regulations such as HIPAA and GDPR.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81292" y="3972758"/>
            <a:ext cx="6579275" cy="4155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SzPct val="100000"/>
              <a:buNone/>
            </a:pPr>
            <a:r>
              <a:rPr lang="en-US" sz="100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Secure API Design &amp; Audit Trails:</a:t>
            </a:r>
            <a:r>
              <a:rPr lang="en-US" sz="10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Designing secure APIs and maintaining comprehensive audit trails for all data access and modifications.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1292" y="4534376"/>
            <a:ext cx="3151346" cy="31513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50190"/>
            <a:ext cx="14630400" cy="8229600"/>
          </a:xfrm>
          <a:prstGeom prst="rect">
            <a:avLst/>
          </a:prstGeom>
          <a:solidFill>
            <a:srgbClr val="FBFAFF">
              <a:alpha val="85000"/>
            </a:srgbClr>
          </a:solidFill>
        </p:spPr>
      </p:sp>
      <p:sp>
        <p:nvSpPr>
          <p:cNvPr id="4" name="Text 1"/>
          <p:cNvSpPr/>
          <p:nvPr/>
        </p:nvSpPr>
        <p:spPr>
          <a:xfrm>
            <a:off x="2353389" y="2757845"/>
            <a:ext cx="9923621" cy="12403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50"/>
              </a:lnSpc>
              <a:buNone/>
            </a:pPr>
            <a:r>
              <a:rPr lang="en-US" sz="7800" dirty="0">
                <a:solidFill>
                  <a:srgbClr val="403CCF"/>
                </a:solidFill>
                <a:latin typeface="Libre Baskerville" panose="02000000000000000000" pitchFamily="34" charset="0"/>
                <a:ea typeface="Libre Baskerville" panose="02000000000000000000" pitchFamily="34" charset="-122"/>
                <a:cs typeface="Libre Baskerville" panose="02000000000000000000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5" name="Text 2"/>
          <p:cNvSpPr/>
          <p:nvPr/>
        </p:nvSpPr>
        <p:spPr>
          <a:xfrm>
            <a:off x="793790" y="4295894"/>
            <a:ext cx="13042821" cy="63507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 appreciate your time and consideration. Medicore is set to transform healthcare management through intuitive design and robust technology.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154216"/>
            <a:ext cx="13042821" cy="31754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questions or further discussion, please feel free to reach out.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7285</Words>
  <Application>WPS Presentation</Application>
  <PresentationFormat>On-screen Show (16:9)</PresentationFormat>
  <Paragraphs>180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SimSun</vt:lpstr>
      <vt:lpstr>Wingdings</vt:lpstr>
      <vt:lpstr>Libre Baskerville</vt:lpstr>
      <vt:lpstr>Libre Baskerville</vt:lpstr>
      <vt:lpstr>Libre Baskerville</vt:lpstr>
      <vt:lpstr>Open Sans</vt:lpstr>
      <vt:lpstr>Open Sans</vt:lpstr>
      <vt:lpstr>Open Sans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Nazmus Sakib</cp:lastModifiedBy>
  <cp:revision>3</cp:revision>
  <dcterms:created xsi:type="dcterms:W3CDTF">2025-07-20T18:19:00Z</dcterms:created>
  <dcterms:modified xsi:type="dcterms:W3CDTF">2025-07-21T02:25:08Z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B35218FB7F984F2AB7D1E7FE0CE01AD2_12</vt:lpwstr>
  </property>
  <property fmtid="{D5CDD505-2E9C-101B-9397-08002B2CF9AE}" pid="3" name="KSOProductBuildVer">
    <vt:lpwstr>1033-12.2.0.21931</vt:lpwstr>
  </property>
</Properties>
</file>