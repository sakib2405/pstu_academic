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ink/ink1.xml" ContentType="application/inkml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ink/ink2.xml" ContentType="application/inkml+xml"/>
  <Override PartName="/ppt/notesSlides/notesSlide32.xml" ContentType="application/vnd.openxmlformats-officedocument.presentationml.notesSlide+xml"/>
  <Override PartName="/ppt/ink/ink3.xml" ContentType="application/inkml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ink/ink4.xml" ContentType="application/inkml+xml"/>
  <Override PartName="/ppt/notesSlides/notesSlide36.xml" ContentType="application/vnd.openxmlformats-officedocument.presentationml.notesSlide+xml"/>
  <Override PartName="/ppt/ink/ink5.xml" ContentType="application/inkml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ink/ink6.xml" ContentType="application/inkml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ink/ink7.xml" ContentType="application/inkml+xml"/>
  <Override PartName="/ppt/notesSlides/notesSlide47.xml" ContentType="application/vnd.openxmlformats-officedocument.presentationml.notesSlide+xml"/>
  <Override PartName="/ppt/ink/ink8.xml" ContentType="application/inkml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9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1218" r:id="rId19"/>
    <p:sldId id="976" r:id="rId20"/>
    <p:sldId id="975" r:id="rId21"/>
    <p:sldId id="1195" r:id="rId22"/>
    <p:sldId id="977" r:id="rId23"/>
    <p:sldId id="978" r:id="rId24"/>
    <p:sldId id="979" r:id="rId25"/>
    <p:sldId id="980" r:id="rId26"/>
    <p:sldId id="968" r:id="rId27"/>
    <p:sldId id="982" r:id="rId28"/>
    <p:sldId id="985" r:id="rId29"/>
    <p:sldId id="1201" r:id="rId30"/>
    <p:sldId id="1202" r:id="rId31"/>
    <p:sldId id="983" r:id="rId32"/>
    <p:sldId id="1193" r:id="rId33"/>
    <p:sldId id="1194" r:id="rId34"/>
    <p:sldId id="986" r:id="rId35"/>
    <p:sldId id="987" r:id="rId36"/>
    <p:sldId id="988" r:id="rId37"/>
    <p:sldId id="989" r:id="rId38"/>
    <p:sldId id="991" r:id="rId39"/>
    <p:sldId id="992" r:id="rId40"/>
    <p:sldId id="995" r:id="rId41"/>
    <p:sldId id="994" r:id="rId42"/>
    <p:sldId id="996" r:id="rId43"/>
    <p:sldId id="997" r:id="rId44"/>
    <p:sldId id="998" r:id="rId45"/>
    <p:sldId id="999" r:id="rId46"/>
    <p:sldId id="1000" r:id="rId47"/>
    <p:sldId id="1002" r:id="rId48"/>
    <p:sldId id="1003" r:id="rId49"/>
    <p:sldId id="1004" r:id="rId50"/>
    <p:sldId id="1005" r:id="rId51"/>
    <p:sldId id="1006" r:id="rId52"/>
    <p:sldId id="1007" r:id="rId53"/>
    <p:sldId id="1008" r:id="rId54"/>
    <p:sldId id="1009" r:id="rId55"/>
    <p:sldId id="1010" r:id="rId56"/>
    <p:sldId id="1011" r:id="rId57"/>
    <p:sldId id="1012" r:id="rId58"/>
    <p:sldId id="1013" r:id="rId59"/>
    <p:sldId id="1014" r:id="rId60"/>
    <p:sldId id="1015" r:id="rId61"/>
    <p:sldId id="1217" r:id="rId62"/>
    <p:sldId id="1017" r:id="rId63"/>
    <p:sldId id="1021" r:id="rId64"/>
    <p:sldId id="1022" r:id="rId65"/>
    <p:sldId id="1020" r:id="rId66"/>
    <p:sldId id="1206" r:id="rId67"/>
    <p:sldId id="1023" r:id="rId68"/>
    <p:sldId id="1025" r:id="rId69"/>
    <p:sldId id="1026" r:id="rId70"/>
    <p:sldId id="1027" r:id="rId71"/>
    <p:sldId id="1028" r:id="rId72"/>
    <p:sldId id="1029" r:id="rId73"/>
    <p:sldId id="1208" r:id="rId74"/>
    <p:sldId id="1209" r:id="rId75"/>
    <p:sldId id="1216" r:id="rId76"/>
    <p:sldId id="1212" r:id="rId77"/>
    <p:sldId id="1030" r:id="rId78"/>
    <p:sldId id="1031" r:id="rId79"/>
    <p:sldId id="1032" r:id="rId80"/>
    <p:sldId id="1033" r:id="rId81"/>
    <p:sldId id="1034" r:id="rId82"/>
    <p:sldId id="1036" r:id="rId83"/>
    <p:sldId id="1035" r:id="rId84"/>
    <p:sldId id="1037" r:id="rId85"/>
    <p:sldId id="1038" r:id="rId86"/>
    <p:sldId id="1040" r:id="rId87"/>
    <p:sldId id="1039" r:id="rId8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5533"/>
    <p:restoredTop sz="91034" autoAdjust="0"/>
  </p:normalViewPr>
  <p:slideViewPr>
    <p:cSldViewPr snapToGrid="0" snapToObjects="1">
      <p:cViewPr varScale="1">
        <p:scale>
          <a:sx n="63" d="100"/>
          <a:sy n="63" d="100"/>
        </p:scale>
        <p:origin x="318" y="6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notesMaster" Target="notesMasters/notesMaster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presProps" Target="presProp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theme" Target="theme/theme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8.emf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09:46:37.63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20532 6403 0,'0'0'0,"-133"53"0,-25 0 16,-1 26-16,0 27 0,80 0 15,-133 159 1,27 502 15,344-397 16,26-211-16,-26-79-15,-54-28-16,28 1 16,25 0-16,-25 0 0,26 0 15,132-26 1,26-27-1,1-265 1,-54 27 0,-211 79-16,0 53 15,0 53-15,-53-52 16,0 25-16,0-105 16,-53 0-1,-26 0 1,-1-1-1,27 133 1,27 0 0,-27-26-16,26 0 0,-52 26 15,-53-27 1,-106-25 0,-53-1-1,158 53 1,54 26-1,53 1-15,-1 26 16,-26 0-16,27 26 16,-1-26-16,-52 53 15,-1 0 1,1 27 0,53-27-1,26-27-15</inkml:trace>
  <inkml:trace contextRef="#ctx0" brushRef="#br0" timeOffset="1845.4036">21299 10928 0,'-53'0'0,"27"0"31,-27 0-31,26 53 16,-52 52-1,-106 186 17,26 133-1,106-292-31,0 106 15,53-158-15,0-28 16,79 81 0,-26-54-1,-26-26-15,-1-53 16,1 53-16,26-53 16,-27 53-16,53-53 15,27-53 1,0-79-1,0 26 17,-53 26-32,-27 28 15,27-1-15,-26 26 16,26-52-16,0 26 16,-53 0-16,0-26 15,0-54 1,-27 54-1,-26 0 1,0 26 0,27 26-1,-1 27 1,1-26 0,-27-27-1,0 0 1,27 53-1,-1-27 64,1 27-64,26-26 1,-27 26-16,27-27 15,-26 27-15,-1 0 16,1 0 0,-1 0-1,1 0 48,-1 0-16,1 0 15,0 0-31,-1 0 16,1 0-31,-1 0 0,1 0 15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00:05.1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21828 4525 0,'-106'0'0,"27"0"15,0 0-15,-27 53 16,26-27-16,27 27 16,-52 26-16,78-26 15,-26 0-15,-26 53 32,79-53-32,-27 238 31,27-159-31,106 424 31,529-27 0,-450-423-31,27 0 16,238 26 0,-238-79-16,211-27 15,-53-105 1,-79-106-1,-105-133 17,-54 1-17,-79 158-15,-53 27 16,26-239-16,-52 213 16,-107-186-1,-105 0 1,-79 106-1,-1 132 1,-237-53 0,105 133-1,-79 26 1,26 52 0,80 54-1,105 0 1,212-27-1</inkml:trace>
  <inkml:trace contextRef="#ctx0" brushRef="#br0" timeOffset="1065.4572">29078 15029 0,'0'0'0,"-212"0"0,0 26 16,-52 27-16,52 0 16,0 0-16,27 0 15,26 0-15,27 0 16,53-27-16,52 27 15,-52 53 1,26-27-16,-159 424 31,160-424-15,25 186 0,106 52 15,1-211-16,-27-53 1,132 26 0,-26-26-16,-54 0 15,266 0 1,52-53 0,-26-79-1,-53-53 1,-185 52-16,-27-52 15,-26 26-15,-53 0 16,26 0-16,27-132 16,-53 27-1,-27-28 1,-78-78 0,-28 105-1,27 186 1,53-1-16,-26 27 78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01:36.67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28972 6033 0,'26'0'78,"1"0"-78,-1 0 16,27 0-16,53 0 15,53-27-15,-27 27 16,53 0-16,133 0 16,423 0 30,-345 0-14,-343 0-32,27 0 15,-54 0-15,1 0 16,-1 0 0,53 0-1,1 0 1,-1 0-16,27 0 15,0 27-15,0-27 16,-53 26-16,26 1 16,-26-27-1,0 26 1,-27-26 0,54 27 15,-54-27-31,54 0 15,-54 0-15,0 0 16,1 0 93,-1-27-93,1 27-16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05:37.07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20505 3519 0,'-26'53'16,"-27"0"-16,26 26 16,-52 1-16,-27 264 31,80 238 0,184 185 0,-105-582-31,133 292 32,-81-319-32,-25-25 15,26-27-15,79 26 16,53-26 0,106-1 15,53-25-31,-212-27 15,159 26 1,-212-79-16,27 27 16,79-27-1,53 26 1,27 27 0,-160-53-16,28 26 15,25 1-15,239-106 16,-265 26-1,0 0-15,107-106 16,-213 132 0,-26-25-16,53-28 15,-27-26 1,0-52 0,-52 78-1,-1-105 1,1 53-16,-27-1 15,0-158 1,-80 0 0,-52-26-1,-159-1 1,132 133-16,1 53 16,-54 0-16,27 26 0,-27 26 15,-238-25 1,27 25-1,-53 54 1,-27 79 0,185 0-16,1-1 15,-27 1-15,-26 27 16,158-27 0,-26 26-16,185-26 15,26-27 16,1-26 16,26 27-47,-26-1 32,26 1-17,0-1 48</inkml:trace>
  <inkml:trace contextRef="#ctx0" brushRef="#br0" timeOffset="6692.8399">27543 4472 0,'-26'53'16,"-27"-27"-16,26 1 15,1-1-15,-27 27 16,26-27-16,-25 27 16,25-26-16,-26 26 15,-26 53 1,-80 290 15,106-263-31,-53 317 31,106-345-15,0 28-16,0-1 16,27-26-1,52 26 16,-52-26-31,26 0 16,52 52-16,1-25 0,0 26 16,132 132-1,0-53 1,-26-106 0,-133-79-16,-26-27 15,80 27-15,52 0 16,0-26-16,265-1 15,-27-26 1,-26-53 0,-106-79-1,-106 26 1,-105 53 0,-28-26-16,1 52 15,0-52-15,-26 26 16,52-26-1,1-80 1,-54 106-16,27 0 16,-27 0-16,27 0 0,-53 27 15,27-54 1,-27 27-16,0 1 16,0 25-16,0-52 15,-106-212 1,-106 0-1,-291-186 1,186 266 0,105 78-1,107 54 1,-1 0 0,53 26-1,0 26 1,26 1-1,-26 26-15,1-53 0,-1 26 16,-53-25 0,-27 25-1,54-26 1,0 27-16,-54 26 16,81 0-16,-1 0 15,0 0-15,-106 0 16,53 0-1,27 0 1,-1 0 0,27 0-1,1 0 1,25 0 0,1 0-1,-1 0-15,1 0 0,26 26 16,-27-26-1,1 0 1,26 27 15</inkml:trace>
  <inkml:trace contextRef="#ctx0" brushRef="#br0" timeOffset="8540.7205">26352 8520 0,'-158'26'0,"-1"27"15,80 0-15,-54 0 16,54-26-16,0 25 0,-54 28 15,80-27 1,-26 53-16,-53 132 16,-80 317 15,159-449-15,27 106 15,26-186-31,0 54 15,79 26 1,27 26 0,79 53-1,-79-132-15,185 159 16,-212-159-16,27-1 16,79 28-1,1-1 1,52 1-1,-53-80 1,80-53 0,-133 0-1,27-27-15,-1-25 16,54-54-16,-53 0 0,158-185 31,-105 27-15,-133 78-1,-79 54 1,0 132-16,0-26 16,-53 26-16,27 0 0,-1 0 15,1 27 1,-27-27-16,-26 0 16,52 0-16,-26 27 15,0-1 1,-79 1-1,53 26-15,-186 79 16,159-26 0,-52 0-16,-133 26 15,105 27 1,160-80 0</inkml:trace>
  <inkml:trace contextRef="#ctx0" brushRef="#br0" timeOffset="9977.6143">23098 9181 0,'0'0'0,"-106"0"0,-79 0 16,53 0-16,-27 0 15,-26 53-15,53 0 16,-54-26-16,28 26 16,-213 52-1,186-52-15,-556 159 47,556-159-47,-291 238 31,185 26-15,132-158-16,80 159 16,26-160-16,0-25 15,26 158 1,27-27 0,106 54-1,-27-1 1,160-26-1,157 27 1,-78-186 0,-27-79-1,-53-53 1,159-79 0,0-54 15,-185 81-31,26-1 15,-27 0-15,-26-27 0,-26-26 16,159-26 0,-80 26-1,-53 1 1,-158 78-16,-1-26 16,0 27-16,27-1 15,-26-26-15,-1 27 16,-26-27-16,27 0 15,-27 27 1,0-27-16,26 0 16,-52-80-1,-1 81 1,1 25-16,-1-52 16,27 26-16,-53 26 15,1-79 1,-1 1-1,-27-54 1,-52-53 0,-80-105-1,1 26 1,78 158-16,80 54 16,0 26-16,-26 0 0,26 27 15,-158-107 1,52 54-1,0 0 1,53-1 0,80 54-16,-1-1 15,-26 27 1,27 0-16,-1-26 0,-52 26 31,26 0-15,-26 26-1,52-26 1,1 27 0,-1-27-1,1 0 1,-1 0 0,1 0 15,26 26-16,-26-26 1,-1 0-16</inkml:trace>
  <inkml:trace contextRef="#ctx0" brushRef="#br0" timeOffset="13530.5212">26326 12859 0,'-26'0'16,"-1"0"-16,-52 0 16,-1 53-16,-78-27 15,-28 27-15,-25 27 16,-1-27-16,-344 105 31,-528 81 0,872-187-31,-476 160 32,582-185-32,27 25 15,-53 28 1,52-1 0,27-52-16,27 52 15,-27 80 1,0-53-16,0 132 15,53 26 1,53-52 0,53 79-1,26 53 1,-53-212 15,-26 1-31,106 78 16,-53-131-16,-27 25 15,107 1 1,-1 0 0,79-26-1,27-1 1,-105-53-16,290-26 16,-132-53-16,-27 1 15,398-107 1,-239 53-1,0-26 1,53-133 0,-317 106-1,26 53-15,-53-26 16,1 26-16,-1 53 16,79-105-1,-158 52 1,-53 26-1,26-25 1,-79 78-16,27-26 16,-1 27-16,-26-27 0,0 26 15,0-131 1,-53-28 0,27 54-1,-27 53 1,0-27-1,27 53-15,-27 0 16,53 0-16,-53 0 16,26 0-16,-78-105 15,25 52 1,-26 26 0,-26 1 15,53 26-31,26 27 15,0-27-15,0 26 0,-53-26 16,-26-26 0,-27 0-1,80 26 1,-27 0 0,79 53-16,1-27 15,-53 27-15,26-26 16,-27-1-16,-78 27 15,-54-26 1,-79 0 0,53-54-1,26 27 1,106 27 0,-26-27-1,53 0-15,-1 26 0,1 1 16,-106-27-1,105 53 1,1-53 0,52 53-1</inkml:trace>
  <inkml:trace contextRef="#ctx0" brushRef="#br0" timeOffset="17561.9872">30903 8890 0,'-53'53'0,"27"27"16,0-1-16,-107 186 31,-52 131 0,106 187 1,79-425-32,0 424 31,0-449-16,0 25-15,26 160 16,53 52 0,27 1-1,-53-186 1,0 27 0,0 26-16,26-27 0,-26-25 15,27 105 1,26 26-1,-1-132 1,-52-105 0,27-27-1,-27-27-15,-27 1 16,0-1-16,1 0 16,26-26-1,26 27 1,-52-27-16,-1 0 15,27 0-15,0 0 16,26-27 0,133-78-16,-106 52 15,26 0-15,80-79 32,-80-54-32,-26 54 31,-27-27-16,80-132 1,-106 159-16,53-186 16,-53 213-16,-27-54 15,27 0 1,0-53 0,-53 1-1,0 105-15,-26-26 16,-1 26-16,1-53 15,-27 53-15,26-26 16,-26 53-16,-26-54 16,26 54-1,27 52-15,-54-78 32,27 52-32,27-27 15,-27-26-15,26 27 0,-25 26 16,25 0-1,-26-26-15,-26 26 16,79 0-16,-53 27 16,-26-54-1,-1 1 1,27-1 0,0 54-16,27-27 15,-27 27-15,27-27 16,-27 26-16,0 1 15,0-27 1,-27 0 0,27 0-1,1 27 1,-107-54-16,132 27 16,-26 27-16,-26-27 15,-27-26 1,53 52-16,27-26 15,-54 0 1,28 0 0,25 53-16,1 0 15,26-26 1,-27 26 0,1-27-1,-1 27 1,1 0 15,-1 0 344</inkml:trace>
  <inkml:trace contextRef="#ctx0" brushRef="#br0" timeOffset="24899.6223">21087 6244 0,'-53'27'32,"-79"26"-17,-27 26-15,-26 27 16,26 26-16,27-26 15,-106 318 1,159-81 15,79-157 16,26-133-47,80 79 31,-80-132-31,-26 26 16,53 1 0,27-1-1,-1 1 1,133-1 0,-106-79-16,185-105 15,-159 52 1,0-53-16,53-79 15,-26 79 1,-106 53 15,0 80-31,-27-54 0,27 27 16,0-132 0,-26-26-1,-1 105 1,-26 26-1,0 27 1,-53-26 0,53 53-16,-26-1 15,26 1 1,-27 26-16,-26-53 16,-26 0-1,0 0 1,26 53-1,0 0-15,-80 0 16,107 0 0,-27 26-1,-132 54 1,-80 52 0,1-53-1,52 1 1,159-27-16,0-53 15,53 26-15,-26-26 0</inkml:trace>
  <inkml:trace contextRef="#ctx0" brushRef="#br0" timeOffset="26123.0989">21114 9552 0,'-53'53'0,"-53"0"16,53-27-16,27 27 15,-27-27-15,-27 80 31,80-53-31,27 79 32,26-105-17,26 26 17,53-53-1,-105 0-31,105 0 15,-105 0-15,-1 0 16,53 0 0,1-80-1,-1 1 1,1-27 0,-54 27-16,0 26 15,-26 27-15,0-1 16,0-52-16,0 26 15,0 0 1,-26 26 0,26 1 93,-26 26-93</inkml:trace>
  <inkml:trace contextRef="#ctx0" brushRef="#br0" timeOffset="65697.2927">20823 10346 0,'0'0'0,"-27"26"16,1 0-16,-27 27 16,-53 53-1,0 79 17,53-105-32,-26 317 46,79-239-46,0-25 0,132 316 32,27-263-17,26-1 1,27-79 0,-159-80-16,26 1 15,-52-27-15,-1 0 0,53 0 16,27-80-1,-26-26 1,-1-79 0,27-53-1,-80 159 1,1-27-16,26 27 0,-27-1 16,1 1-1,-27-1-15,0 1 0,0-106 16,0 79-1,-53 27-15,-53-160 16,0 28 15,-26 79-31,-1 52 16,1 27-16,-27 27 0,-26-1 16,-185 80-1,-1 53 1,160-27-1,184-79-15,27 27 16,-26-27-16,-1 0 16,27 26-1,0 1 1,0-54 31</inkml:trace>
  <inkml:trace contextRef="#ctx0" brushRef="#br0" timeOffset="69787.2511">20743 5345 0,'-26'26'16,"-27"27"-16,27 0 15,-27 0-15,26-26 16,-26 52-16,27-53 16,-27 27-16,26 0 15,1 53 1,52 264 15,80-131 0,-53-160-15,27-26 0,-28 0-1,-25-53 1,-1 0 15,1 26-15,-1-26-1,1 0-15,26 0 16,-27 0 0,1 0-1,-1-26-15,53-54 16,-52 28-16,26-28 15,0 27 1,26-53 0,0 27-1,-26 53-15,0-54 16,-53 27 0,27 27-1,-27-1-15,0-26 31,0 27-15,0 0 15,-27 26-31,27-27 47,-26 1-31,-1-1-1,-26 1 1,53-1 0,-26 1-16,-1-1 15,1 1 1,0-1 0,-1 27-1,1 0-15,-1-26 31,-26 26-31,27 0 0,-1-27 16,-26 27 0,-26 0-1,53 0 1,-27 0 0,26 27-1,1-27 1,26 26 62,-27-26 31,1 0 141,-1 0-203,1 0-31,0 0 15,-1 0-15,1 0 124,26 27-124,0-1 0,-27 1-1,27-1 1,0 1-16,-26-1 15,-1 27-15,27 0 16,-26 26 0,26-26-1,0 27 1,0-1 0,0-26-1,26 0 1,1 26-1,-1-26-15,1-26 16,26 52 0,-1-26-1,-25 0 1,-1-27-16,1 1 16,-1-1-1,1 1-15,52 26 16,-52-27-16,-1 27 15,27 0 1,0-53 0,-27 26-1,1-26 1,26 0 0,-27 0-16,53 27 15,-52-27 1,-1 0-16,54 0 31,-27 0-15,79 0-1,-26 0-15,-27 0 16,27 0-16,26 0 0,-52 0 16,78-106-1,-78 79 1,-27-25-1,0-28 1,0 54-16,-27-27 16,0 26-16,1 1 15,-1-27-15,1 0 16,-27-26 0,0 26-1,0 0 16,0 26-31,0 1 0,-27-27 16,-26 0 0,27 0-1,0 53 1,-1-26 0,-26-1-1,27 27-15,-1-26 16,-26 26-1,27-27-15,-53 27 16,52-26 0,-52 26-1,-27 0 1,53 0-16,-53 0 16,27 0-1,-27 26-15,27-26 16,26 0-16,0 0 15,-27 27 1,54-1-16,-1-26 16,-52 27-1,0 26 1,-1 26 0,54-53-16,-1 27 15,-26-26-15,27 26 0,-27-27 16,-26 54-1,26-1 1,26-26 0,1 26-1,26-52-15,0 26 16,0 0-16,-27-27 16,1 27-16,26 0 15,0 26 16,0-26-15,26 27 0,27-1-1,-53-53-15,80 80 16,-27-53-16,-27-26 16,53 52-1,1-26 1,-1 0-1,-26-53 1,-26 26-16,25-26 16,-25 0-1,52-26 1,54-1 0,-28-52-1,1 0 1,-26-1 15,-54 27-31,54 0 16,-54 27-16,27-27 15,-27 0 1,1 27-16,-1-27 16,1 53-16,-27-27 0,0-26 15,26 0 1,1-26-1,-27 0 1,0 52-16,0 1 16,0-1-16,0-26 15,0 27-15,0-1 16,0 1-16,0-27 16,-27 0-1,27 0 1,-26 27-1,26-54 1,-27 80-16,27-26 16,-26-1-16</inkml:trace>
  <inkml:trace contextRef="#ctx0" brushRef="#br0" timeOffset="71464.5711">31247 9128 0,'0'0'15,"-53"0"-15,27 27 16,-27-1-16,27 27 16,-27 0-16,0 0 15,26-26-15,1-1 16,-27 53 0,0 80 15,53 0 16,0-133-47,106 133 31,-106-132-31,53-1 16,0 53-1,26 1 1,-53-54-16,1 27 15,52 27 1,-26-54-16,27 27 16,25 0-1,-25-53 1,52-27 0,-79-26-1,26-26 1,-26 53-1,27-54 1,-54 54-16,1-27 16,52-27-1,0 28 1,-26-28 0,-26 27-16,-27 27 15,26-1-15,-26-26 0,0 27 16,0-27-1,-26-53 1,-1 27 0,-26 52-16,53 1 15,0-27-15,-26 27 16,-1-1 0,1-52-16,0 52 15,-27 1-15,0-54 31,-27 54-15,1-53 0,-27 79-1,80 0-15,-1 0 16,-26 0-16,27-27 0,-1 27 16,-26 0-1,0 0 1,27 0-1,0 0 1,-1 0 15,27 27 32,53 52-63,79 53 15</inkml:trace>
  <inkml:trace contextRef="#ctx0" brushRef="#br0" timeOffset="72675.6981">32173 11721 0,'0'0'0,"-26"0"16,-1 0-16,1 0 16,0 0-16,-27 0 15,26 0-15,1 27 16,-27-27-16,0 53 31,0-27-31,-79 106 31,79-105-31,-27 105 32,-26 1-1,80-81-31,0 1 15,-1 0 1,27 0-16,-53 79 16,53-26-1,27-26 1,-1-1 0,80 106 15,-80-132-16,27 0-15,-26 0 16,26 0-16,-27-27 0,27 27 16,132 53-1,-52-79 1,-28-1 0,-25-26-1,-1 0-15,133-53 16,-159 0-16,-27 27 15,54-54 1,-80-25 0,0 25-1,0-52 1,-27 79-16,1 0 16,-1 0-1,1 27-15,-27-54 16,-27 1 15,1 0-15,26-1-16,27 54 15,-27-27-15,26 53 0,1-27 16,-1 27 0,1 0-1</inkml:trace>
  <inkml:trace contextRef="#ctx0" brushRef="#br0" timeOffset="85660.0481">29660 2064 0,'0'0'0,"-212"-53"0,-26 27 16,-27 26-16,-925 53 31,-239 158 0,133 107 0,211-54 1,794-211-17,79 27 1,-396 25-1,316 1-15,54 53 16,-185 106 0,238-80-16,26-26 15,27-54-15,52 1 0,1 53 16,-106 159 0,-27 52-1,-79 27 1,27 79-1,25-26 1,134-80 0,52-26-1,53 53 1,26 79 0,27-185-1,53 133 1,26-213-16,-52-25 15,158 131 1,0 1 0,-132-160-16,-27 28 15,0-1-15,27-26 0,-26-1 16,52 80 0,0-52-16,133 210 15,-159-184-15,26 26 16,212 212-1,26-27 1,54 27 0,184 53-1,-317-265 1,27 0 0,26 27-1,52 52 16,-237-211-31,0 0 16,0 0-16,0 0 0,-1 26 16,1 27-1,26 26-15,291 159 16,-211-212-16,-53-79 16,211 53-1,27 0 1,-238-53-16,26-1 15,0 28-15,-27-54 16,54 27-16,238-26 16,158-27-1,-132-106 1,-185-26 0,-211 52 15,-107 27-31,27 27 15,0-27-15,26 26 0,-26-25 16,53 25 0,26-52-16,133-107 15,-212 134-15,0-28 16,26-131 0,-52 78-16,25 1 15,1-27-15,27-79 16,52 26-16,27-26 15,0-26-15,105-345 16,-105 239 0,-27-1-16,53-290 15,-132-27 1,-53-53 0,53 106-1,-53 344 1,-185-344-1,79 265-15,-105-54 16,-160-131 0,106 105-1,-78-26 1,-81-159 0,133 264-1,-79-26 1,-80-26-1,106 185 1,185 185-16,27 0 16,26-26-16,-53-1 15,1-26-15,-54 1 16,0-81 0,-476-210-1,80 157-15,105 134 16,0-1-1,186 26 1,158 27-16,0 1 16,1-1-16,52 0 0,-53 0 15,-185-53 1,-264 0 0,-133 133-1,26 131 1,213-25-1,237-1-15,53-26 16,-26-27-16,27 1 16,-27 25-16,-318 107 15,-79 79 1,106 0 0,132 53 15,53 26-16,185-211-15,-26 26 16,79 27-16,0 0 0,-26-27 16,-159 291-1,132-264-15,0 0 16,1-27-16,25 53 16,-105 212-1,106-239-15,26 107 16,27 237-1,52-343-15,27 238 16,53 0 0,0-27-1,53 27 1,132 53 0,-132-265-1,211 211 1,-158-237-16,26 26 15,159 212 1,53 26 0,79 1-1,-52-28 1,-186-184-16,132 0 16,27-27-16,27 0 0,-80-27 15,449 133 1,-52 27-1,79-54 1,-26 54 0,-424-318-16,-26 0 15,27-27-15,52-26 16,53-26 0,556-54-1,-317 54 1,-54 26-1,-26 26 1,-423 1-16,52-27 16,-78-80-16,-1-26 0,-79 1 15,-80-1 1,27-27-16,53-131 16,-53 105-16,0 0 15,52-132 1,1-53-1,106-132 1,-80 106 0,-26-54-1,26 1 1,-79 185 0,0 26-16,-26-26 15,-1-26-15,-26 25 16,-79-369-1,-239-159 1,-184-318 0,-80 26-1,370 663-15,-185-425 16,185 425-16,1-81 16,-80 1-16,-159-185 15,-503-477 1,583 715-1,26 79 1,26 0 0,160 185-16,-133-106 15,79 107 1,-79 25-16,-926-343 31,158 211-31,530 186 31,106 26-15,264 27-16,80 26 16,52 0-16,-26 0 0,27 0 15,0 0 1,-1 0-16,27 26 78</inkml:trace>
  <inkml:trace contextRef="#ctx0" brushRef="#br0" timeOffset="99558.6434">23178 6244 0,'-27'0'63,"27"27"-47,-106 52 15,-53 107 0,133-160-31,0 133 31,26-106-31,0 26 32,26 0-17,27 1 1,26-1-1,-52-52-15,26 26 16,0-1 0,0-25-16,-1-1 15,28-26 1,26-79 15,-53 53-31,-27-27 16,53 26-16,-26-26 0,-26 0 15,26 27 1,-27-27-16,1 0 16,-27 0-16,0 27 15,0-1 1,0-26 0,0 27-1,0-1 1,-27 1-1,1-1 1,-1 1-16,1 26 16,26-26-1,-53 26-15,26-27 16,-52-26 0,0 0-1,-1 0 1,27 27-1,-26 26 1,53 0 15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07:51.59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16378 7303 0,'0'0'0,"211"53"0,1 0 16,344 105 0,-398-105-1,160 53 1,105 53 15,-317-133 0,0-26 1,-80 0-32,-26-26 15</inkml:trace>
  <inkml:trace contextRef="#ctx0" brushRef="#br0" timeOffset="2907.5784">14922 6562 0,'27'0'0,"-1"0"16,1 0 0,26 0-16,53 0 15,634 185 17,-528-185-32,741 53 31,-742 0-16,80 0-15,159 53 32,-53 26-17,-106-53-15,27 27 16,449 185-16,-397-158 16,-26-54-1,344 186-15,-397-133 16,53 0-16,-26 0 0,-27-52 15,158 52 1,28 80 0,25-27-1,-52 53 1,-132-79 0,-27-27-1,-238-79-15,26-26 16,186 158-1,-107-53-15,239 212 16,53 26 15,26 27-15,-132-53 0,-211-211-16,-28 25 15,-25-25-15,-27-28 0,0 54 16,52 132-1,-25 0 1,-27-132 0,-53-27-1,0-79-15,0 27 16,0-28-16,0 28 16,0 26-16,-80 158 15,-26 54 1,27-27-1,-27 26 17,53-211-32,-26 0 15,53 0-15,-27 26 0,0-53 16,-27 160 0,-25-1-1,-54-106 1,-53-26-1,80-27-15,-1 1 16,-25 25-16,-1-25 0,0 26 16,-238 132-1,0-106 1,-79 0 0,-159-52-1,-317-1 1,-27 27-1,529-80 1,-476 1 0,450-27-16,-133-53 15,-608-53 1,-344-26 0,556 52-16,26-25 15,26-28-15,107-52 0,-28-27 16,-713-343-1,105 52 1,106 80 0,80 52-1,211 239 1,424 0 0,396 105-16,53 1 15,27-27-15,26 0 16,27 27-16,-185-107 15,-1 27 1,133 1 15,79 52-15,80 53-16,-27-53 16,0 26-16,-27-26 0,-25 0 15,-81-26 1,-25-27-1,131 53 1,1-26 0,0 0-1,52 26-15,-52-80 16,79 54 0,0-27-16,0-79 15,53 53 1,53-980-1,132 1959 1,-80-953 0,239-105-1,-159 105-15,-26 26 16,264-131 0,-26 105-1,-159 0 1,0 27-1,106-107 1,-212 107 0,106-27-1,-26 0 1,-27 27 0,0-27-1,80 0 1,-186 53-16,185-79 15,-158 53 1,0-1-16,211-131 31,80-54-15,-212 159-16,-26 1 16,26-28-16,-53-26 0,-26 80 15,0 0 1,-27 26-16,80-53 15,-106 27-15,26 52 16,159-79 0,26-26-1,54-27 1,-160 80-16,1 0 16,0-1-16,0 27 15,26-26-15,185-27 16,0-53-1,-52 27 1,-1 26 15,-211 53-31,0 0 16,-1 0-16,-25 0 0,25 1 16,186-54-1,0 0 1,-211 53-1,25 0-15,160-53 16,-292 53-16,27 53 16,-26-26-1,26-1 1,-27 27 0,1 0 15,-27-26-16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10:21.73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12039 7329 0,'-53'27'0,"-27"26"16,-78 0-16,-239 79 31,-212 80 0,477-160-31,-477 134 32,450-133-17,-211 105 1,132-52-1,53 79 1,26-26 0,106-106-1,-26 79 1,26-79-16,26 0 16,-52 132-1,52-52 1,-25-1-1,52 0 1,0-79-16,26 53 16,-26-53-16,26-27 15,27 107 1,27-54 0,-1 0-1,27 27 1,-53-79-1,26-1 1,27 1-16,26-1 16,54 1-16,-1-27 0,238 26 31,27-26-15,0 26-1,-106 1 1,-159-27-16,27 53 15,-27-27-15,0 1 0,0-27 16,344 0 0,265-80-1,-53 27 1,-212 53 0,-344 0-16,-79 0 15,0 0-15,-53 0 16,0-26-16,132-53 15,53-27 1,-53 26 0,-105 1-1,-54 53 1,1-27 0,26 26-16,-27-26 15,0 53-15,27-79 16,-53 52-16,53-25 15,0-28 1,-26-26 0,-27 53-1,0-26 1,-27 53-16,27-27 16,-26 0-16,-1 0 15,27 0-15,-79-53 16,0 0-1,26 53 1,26 0-16,-26 0 16,27 27-16,-27 0 15,26-27 1,-25 26-16,-28-26 0,27 27 16,-53-54-1,-132 28 1,80-1-16,-28 0 15,1 0-15,0 0 16,26 26-16,0 1 16,-26 26-16,0 0 0,53 0 15,-159 0 1,0 0 0,0 0-1,0-27 1,105 27-16,28 0 15,-1 0 1,27 0-16,-27 0 16,-53 0-1,106 0 1,27 0 0,26 0-1,0 0-15,27 0 16,-1 0-16,1 0 15,-27 0-15,26 0 16,-26 53-16,-26-26 16,53-1-16,-27 1 15,0-27 1,26 26 0,-26 1-1,27-1 1,26 1-1,-27-27-15,1 26 16,0 1-16,-1-1 16,1 0-1,-1 1-15,27-1 0,-26-26 16,-1 27 0,1-1-1,-1-26 1,1 0 31</inkml:trace>
  <inkml:trace contextRef="#ctx0" brushRef="#br0" timeOffset="1822.5118">11906 12647 0,'0'0'16,"-26"0"-16,-27 0 0,-26 0 15,-27 0 1,26 0-16,1 0 15,-159 80 1,53-27-16,-424 132 31,450-132-31,-185 106 32,-238 26-1,424-132-31,25 0 15,-26 26 1,1-26-16,-1 0 0,53 26 16,0 27 15,27-53-15,52 26-1,27-26-15,0-26 16,0-1-16,0 1 15,0-1 1,27-26 0,-1 0-16,27 27 15,-26 25-15,26-25 16,52 26 0,239 26-1,80 1 1,-133-28-1,79 1-15,-52 0 16,-80-53-16,-26 0 16,158-79-1,-53 26 1,-78-53 0,25 0-1,-105 53-15,-53-26 16,52 53-16,1-27 0,0 0 15,0-53 1,-27 27 0,-26-54-1,-27 27 1,27-79 0,-53 132-1,26-158 1,-79 158-1,27-27 1,-27-78 0,-27 52-16,-26 26 0,-26-78 31,0 78-15,52 1-16,-26 52 15,27 1-15,-27-27 0,27 27 16,-54-27-1,27 0 1,0 0 0,-185 26-1,-159 54 1,239 26 0,78 0-1,27 0 1,53-27-1,-26 1 1,-1-1 15</inkml:trace>
  <inkml:trace contextRef="#ctx0" brushRef="#br0" timeOffset="3288.7466">20981 11642 0,'-26'0'78,"0"0"-78,-1-26 16,-26 26 0,0 0-1,-26-27 1,-80 27 0,-105-26-1,105-27-15,0 26 16,-106 27-16,133-26 15,-106 26 1,26 53 0,1 53-1,78 52 1,107-78-16,-27 52 16,0-53-16,27 1 15,-1 26-15,27 52 16,106 80-1,26 80 1,-52-186 0,-27-26-1,26-53-15,-26-27 0,26 27 16,1 0 0,-27-53-16,79 0 15,-26-26-15,0-27 16,211-53-1,106 0 1,-184 0-16,-54-26 16,-27 0-16,-25 26 15,-27 0-15,-54 27 16,54-27-16,0-26 16,-53 26-1,-26 26-15,78-131 16,-78 158-1,-27 0 1,0 26-16,0 1 16,-27 26 46,1 0-46</inkml:trace>
  <inkml:trace contextRef="#ctx0" brushRef="#br0" timeOffset="5236.6368">13070 11033 0,'0'0'0,"-52"133"16,-1 25-16,0-25 15,0 26-15,26-1 16,27-52-16,80 265 31,131-1 0,213-79 16,-213-212-47,610 159 32,-451-185-32,-26 0 15,317-53 1,-370 0-16,-52 0 15,-1-26-15,-53-1 16,27-26-16,290-52 16,80-54-1,0 0 1,-185-53 0,-185 107-1,0-28 1,-80 28-16,-26-28 15,26 1 1,0-27-16,1 0 16,131-132-16,-105 27 31,-80 52-15,-52-26-1,-27 132-15,0 27 16,0-27-16,-27-53 0,-26 53 15,1-26 1,-1 26-16,-27-105 16,27 78-16,0 54 15,-26-53 1,0-1 0,52 80-16,-26-26 15,0-27-15,-26 27 16,0-1-1,-54 1-15,-25-27 16,-133-79-16,211 159 16,-105-54-1,26 1 1,53-1 0,-105-25-1,-107-1 1,133 79-16,53 1 15,26 26-15,-26 0 16,52 0-16,1 0 16,-27 0-1,0 0 1,-132 26 0,-53 54-1,0-27 1,132 0-1,-105-1-15,184 1 16,1-26 0,-27 52-16,0-26 31,-26 27-15,26-28-16,0-25 15,0 26-15,-52 0 0,-1 0 16,-79 79-1,-80-26 1,54 26 0,26 27-1,105-80-15,80-26 16,-53 53-16,54-80 16,-1 27-16,-53-26 15,53 26-15,-26 26 16,52-52-1,-26-1-15,-26 80 16,-27 26 0,53-53-1,-26 54 1,52-27-16,-26 26 0,0 27 16,-26-1-1,0-25 1,-1-54-1,54 27 1,26-53 0,0 0-16,0 0 15,0-27-15,0 1 16,0 25-16,26-25 16,-26-1-1,0 1 16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15:08.52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5450 3704 0,'-52'0'16,"-28"80"-16,-26-27 15,53 26-15,-52 1 16,25 52-16,-26 27 16,53-1-16,-79 213 15,26 634 17,344-264 14,-158-688-46,52 26 16,-79-79-16,26 0 16,239-26-1,264-292 1,-238 133-16,-53 26 16,-53-26-16,-79 26 15,-27 27-15,0-80 16,-105 80-1,-27 26 1,-27 27 0,-78-27-1,-28-26 1,54 79-16,26 26 16,0-25-1,-26 25-15,-1-26 16,-158-26-16,-53-54 31,-26 28-15,-27-1-1,185 53-15,27 26 16,-1 1-16,54 26 16,26 0-1,0 0 1,0 0-1,27 26 1,-1-26-16,27 27 47,-26-27-16,26 26-31</inkml:trace>
  <inkml:trace contextRef="#ctx0" brushRef="#br0" timeOffset="2268.7842">10557 5239 0,'-27'0'31,"1"27"-15,26-1-16,0 27 15,0 0 1,0-27-16,0 133 31,53-106-31,53 185 31,26 80 16,-79-292-47,-27 0 16,27 54-1,0-54-15,-26 1 16,52 52 0,0-26-1,27-26 1,-26-27-16,131 0 16,-52-27-16,-27 1 15,106-27 1,-26 26-1,-53-26 1,-27 27 0,-79-27-16,0 26 15,-27-25 1,1 25-16,26 1 0,26-27 16,-26-27 15,27 1-16,-1 26 1,-26 0-16,-53 27 16,26-27-16,1 26 0,-27 1 15,53-54 1,-27 1 0,-26 26-1,0-26 1,0 52-1,0 1-15,0-1 16,0-25 0,0 25-1,-26-26-15,26 0 16,-53 0 15,53 27-31,-53-27 31,53 26-15,-53 1 0,26-27-1,-52 0 1,0-26 0,26 79-1,26 0-15,1 0 16,-27 0-1,26 0-15,-52 0 16,26 0 0,-53 26-1,27 1 1,0 26 0,26-53-1,-27 26 1,54 1-16,-27-1 15,0-26 1,-26 26 0,26-26-1,26 27 1,1-1-16,-1-26 16,1 27-16,-1-27 15,1 53 1,-27-53-1,27 26 1,-1-26-16,1 0 16,26 27-16,-27-1 15,1 1 1,26-1 0,-27 27-1,1 26-15,-1-52 16,27-1-1,-26 54 1,26-54-16,0 1 16,0 25-16,0-25 15,26 52 1,27 1 0,-26-54-1,-1-26 1,1 27-1,-54-27 157,1 0-125</inkml:trace>
  <inkml:trace contextRef="#ctx0" brushRef="#br0" timeOffset="8661.0237">12224 5186 0,'-27'0'0,"1"0"16,-1 0-1,1 0-15,-27 0 16,27 0 0,-1 0-1,1 27-15,-1-1 31,-26 1-31,-53 25 32,27 1-32,-27 27 31,27-27-15,52 0-1,-52-1 1,0 28-1,-1-1 1,54-52-16,-54 105 16,54-106-1,26 27-15,-27 27 16,27-1 0,27-26-1,-27 0 1,53 0-1,-53 0-15,26-53 16,27 53 0,0 0-1,0 0 1,26-27 0,27 27-1,0-27 1,26-26-1,-26 0 1,53 0 0,53 0-1,-54-79 1,-25 0 0,-80 52-1,26-52 1,0 52-16,-52 1 15,52-54 1,1 1 0,-1 0-1,0-1 1,-52 54-16,-1-27 16,1 27-16,-1-1 0,-26-26 15,0 0 1,27 27-1,-1-27 1,-26-27 0,0 54-16,0 0 15,0-1-15,0 1 16,0-1 0,0 1-16,0-54 31,-26 1-16,-27 0 1,53 52-16,-53 1 16,26-27-16,1 26 0,-1 1 15,1-1 1,0 1-16,-54-27 16,27 27-16,27 26 15,-1-27 1,1 27-1,-27 0 1,26 0-16,-52 0 16,53 0-1,-1 0-15,-132 0 16,106 27 15,-26 25-15,-27 1-1,53-53 1,27 53-16,-53 0 16,52-26-16,-26-1 15,27 1 1,-27-1 0,26 27-1,27-27 1,-26-26-16,-1 27 15,27-1 1,0 1-16,-26 52 16,-27 1-1,53-28 1,0 28 0,-26-27 15,26-27-31,0 27 15,0-26-15,0-1 16,0 27 0,0-27-1,26 27 1,-26-26-16,27-1 16,-1 27-1,0 0 1,27 0-1,-26-27 1,-1 1 0,27-27-1,-26 0 17,105 0-17,-53-27 1,1-25-1,-1 25 1,80-105 0,-106 105-1,-27 1-15,54-27 16,-54 53-16,-26-26 234</inkml:trace>
  <inkml:trace contextRef="#ctx0" brushRef="#br0" timeOffset="40531.9131">5371 9631 0,'-26'0'0,"-1"27"16,1-1-16,26 1 16,-53-1-16,26 27 15,1-27-15,-27 54 16,-106 78 31,27 134-16,132-187-31,-27-25 16,1 78-16,-1-78 0,1-1 15,26 54 1,0-54-1,53 80 1,26-1 0,1 28-1,-27-133-15,105 79 16,-52-53 0,27 1-16,210 25 15,54 54 1,53-53-1,-106 0 1,-26-53 0,-186-53-1,27 0 1,-27 0-16,27 0 0,-53 0 16,26-80-1,-26-25 1,-1-54-1,-25-26 1,-1 105 0,-52 27-16,26-26 15,-27 52-15,0-25 16,-26-1 0,0-1085-1,-26 2064 1,-27-1032-1,-26 0 1,-1 0 0,1 27 15,0-27-15,-1 0-1,-26 1 1,27 25-1,53 54-15,-54-54 16,27 27-16,27 27 16,-54-53-1,-25-1 1,-1 1 0,0 26-1,27 26-15,-133-25 16,53-1-1,0 26-15,-185-79 16,-52 27 0,25 26 15,239 27-31,26 26 16,0 0-16,53-27 0,27 27 15,-54 0 1,28 0-1,-28 0 1,1 27 0,26 26-1,0-53-15,26 26 16,1-26 0,0 26-16,-1 1 15,27-1 1,-26 1-1,26-1 1,-27 1 0,27-1 15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  <inkml:channel name="T" type="integer" max="2.14748E9" units="dev"/>
        </inkml:traceFormat>
        <inkml:channelProperties>
          <inkml:channelProperty channel="X" name="resolution" value="41.42395" units="1/cm"/>
          <inkml:channelProperty channel="Y" name="resolution" value="41.23711" units="1/cm"/>
          <inkml:channelProperty channel="T" name="resolution" value="1" units="1/dev"/>
        </inkml:channelProperties>
      </inkml:inkSource>
      <inkml:timestamp xml:id="ts0" timeString="2022-09-14T10:17:55.01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19685 9763 0,'0'-26'16,"0"0"-1,-26 26-15,-107 0 16,-78 0-16,-107 0 15,-132 26-15,-211 27 16,-80-27-16,27-26 16,-27-53-1,-27-26-15,-2433 132 32,2222-106-32,-2302-212 31,1905 265-16,636 27 1,369-27 0,239 0-16,-80 0 15,106 0 1,1 0-16,-81 26 16,-25 27-1,52-26 16,132-1-31,-105 27 16,79 0-16,0-26 16,-53 52-1,-26 27 1,53 26 0,-1 80-1,54-80-15,0-26 16,26 0-16,0-27 15,26 0-15,53 160 16,133-54 0,79 53-1,106-79 1,185-80 0,-264-53-1,369-26 1,-184-26-16,26-53 15,821-54 1,184-105 0,-26 79-1,-105 27 1,766 212 0,-740-239-1,-291 53 1,79-53-1,-159 53 1,-343 27 0,-133-53-1,79-54 1,-370 81 0,-132 25 15,-80 27-16,-79 27 1,27-1-16,-27 1 16,0 0-1,0-1 17,-53 1-1,-79-27-31,-371-53 15,-529-26 1,450 79 0,-291 79-16,317 80 15,371-53 1,53 0-16,-159 79 16,105 53 15,107-105-31,-27 25 15,0-25-15,0-1 0,1 1 16,-28 25 0,80-52-1,53 0 1,-26-26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11/2/2023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 (8.0)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lighter font</a:t>
            </a:r>
          </a:p>
          <a:p>
            <a:pPr marL="0" indent="0">
              <a:buFontTx/>
              <a:buNone/>
            </a:pPr>
            <a:r>
              <a:rPr lang="en-US" dirty="0"/>
              <a:t>Sept 2020 (8.1)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Added ~7 new slides, in particular: data center slide; routing versus forwarding; security line of defense; several on encapsulation and layers (this section is a lot better now).  Other relative minor changes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 smtClean="0"/>
              <a:t>https://</a:t>
            </a:r>
            <a:r>
              <a:rPr lang="en-GB" dirty="0" err="1" smtClean="0"/>
              <a:t>www.gpon.com</a:t>
            </a:r>
            <a:r>
              <a:rPr lang="en-GB" dirty="0" smtClean="0"/>
              <a:t>/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79455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 smtClean="0"/>
              <a:t>AKA. </a:t>
            </a:r>
            <a:r>
              <a:rPr lang="en-GB" b="1" dirty="0" smtClean="0"/>
              <a:t>also known as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846930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jpeg"/><Relationship Id="rId18" Type="http://schemas.openxmlformats.org/officeDocument/2006/relationships/image" Target="../media/image39.pn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12" Type="http://schemas.openxmlformats.org/officeDocument/2006/relationships/image" Target="../media/image33.png"/><Relationship Id="rId17" Type="http://schemas.openxmlformats.org/officeDocument/2006/relationships/image" Target="../media/image38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vmlDrawing" Target="../drawings/vmlDrawing1.vml"/><Relationship Id="rId6" Type="http://schemas.openxmlformats.org/officeDocument/2006/relationships/image" Target="../media/image29.png"/><Relationship Id="rId11" Type="http://schemas.openxmlformats.org/officeDocument/2006/relationships/image" Target="../media/image32.png"/><Relationship Id="rId5" Type="http://schemas.openxmlformats.org/officeDocument/2006/relationships/image" Target="../media/image28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7.jpeg"/><Relationship Id="rId9" Type="http://schemas.openxmlformats.org/officeDocument/2006/relationships/image" Target="../media/image25.png"/><Relationship Id="rId14" Type="http://schemas.openxmlformats.org/officeDocument/2006/relationships/image" Target="../media/image35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4.png"/><Relationship Id="rId5" Type="http://schemas.openxmlformats.org/officeDocument/2006/relationships/image" Target="../media/image48.emf"/><Relationship Id="rId4" Type="http://schemas.openxmlformats.org/officeDocument/2006/relationships/oleObject" Target="../embeddings/oleObject2.bin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.png"/><Relationship Id="rId11" Type="http://schemas.openxmlformats.org/officeDocument/2006/relationships/image" Target="../media/image55.png"/><Relationship Id="rId5" Type="http://schemas.openxmlformats.org/officeDocument/2006/relationships/image" Target="../media/image50.png"/><Relationship Id="rId10" Type="http://schemas.openxmlformats.org/officeDocument/2006/relationships/image" Target="../media/image54.png"/><Relationship Id="rId4" Type="http://schemas.openxmlformats.org/officeDocument/2006/relationships/image" Target="../media/image49.png"/><Relationship Id="rId9" Type="http://schemas.openxmlformats.org/officeDocument/2006/relationships/image" Target="../media/image4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9.png"/><Relationship Id="rId12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8.png"/><Relationship Id="rId11" Type="http://schemas.openxmlformats.org/officeDocument/2006/relationships/image" Target="../media/image61.png"/><Relationship Id="rId5" Type="http://schemas.openxmlformats.org/officeDocument/2006/relationships/image" Target="../media/image57.pn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49.png"/><Relationship Id="rId9" Type="http://schemas.openxmlformats.org/officeDocument/2006/relationships/image" Target="../media/image55.png"/><Relationship Id="rId14" Type="http://schemas.openxmlformats.org/officeDocument/2006/relationships/image" Target="../media/image6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image" Target="../media/image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image" Target="../media/image49.png"/><Relationship Id="rId9" Type="http://schemas.openxmlformats.org/officeDocument/2006/relationships/image" Target="../media/image70.png"/><Relationship Id="rId14" Type="http://schemas.openxmlformats.org/officeDocument/2006/relationships/image" Target="../media/image4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7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5" Type="http://schemas.openxmlformats.org/officeDocument/2006/relationships/image" Target="../media/image81.emf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customXml" Target="../ink/ink1.xml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4.png"/><Relationship Id="rId4" Type="http://schemas.openxmlformats.org/officeDocument/2006/relationships/image" Target="../media/image83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.emf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1.emf"/><Relationship Id="rId4" Type="http://schemas.openxmlformats.org/officeDocument/2006/relationships/customXml" Target="../ink/ink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e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5" Type="http://schemas.openxmlformats.org/officeDocument/2006/relationships/image" Target="../media/image93.emf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customXml" Target="../ink/ink4.xml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ustomXml" Target="../ink/ink5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4.emf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ustomXml" Target="../ink/ink6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emf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6.emf"/><Relationship Id="rId4" Type="http://schemas.openxmlformats.org/officeDocument/2006/relationships/customXml" Target="../ink/ink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7.emf"/><Relationship Id="rId4" Type="http://schemas.openxmlformats.org/officeDocument/2006/relationships/customXml" Target="../ink/ink8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0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02.jpeg"/><Relationship Id="rId4" Type="http://schemas.openxmlformats.org/officeDocument/2006/relationships/image" Target="../media/image101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1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1.emf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e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8.png"/><Relationship Id="rId5" Type="http://schemas.openxmlformats.org/officeDocument/2006/relationships/image" Target="../media/image107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8FF33017-B1D4-1D43-9BC0-3EC96B262B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/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211" r:id="rId8" imgW="1434415" imgH="3873016" progId="">
                      <p:embed/>
                    </p:oleObj>
                  </mc:Choice>
                  <mc:Fallback>
                    <p:oleObj r:id="rId8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174E644-1BC5-AD41-8B98-2AEBAB53347E}"/>
              </a:ext>
            </a:extLst>
          </p:cNvPr>
          <p:cNvGrpSpPr/>
          <p:nvPr/>
        </p:nvGrpSpPr>
        <p:grpSpPr>
          <a:xfrm>
            <a:off x="5244182" y="1499729"/>
            <a:ext cx="4175678" cy="5125922"/>
            <a:chOff x="5244182" y="1499729"/>
            <a:chExt cx="4175678" cy="5125922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11948532-9530-1146-897B-DCFADC27A92F}"/>
                </a:ext>
              </a:extLst>
            </p:cNvPr>
            <p:cNvGrpSpPr/>
            <p:nvPr/>
          </p:nvGrpSpPr>
          <p:grpSpPr>
            <a:xfrm>
              <a:off x="5244182" y="1499729"/>
              <a:ext cx="2735863" cy="1090838"/>
              <a:chOff x="616980" y="5292729"/>
              <a:chExt cx="3127445" cy="1207904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ACDED42E-CC7D-9245-8E47-BC40291CA6D2}"/>
                  </a:ext>
                </a:extLst>
              </p:cNvPr>
              <p:cNvGrpSpPr/>
              <p:nvPr/>
            </p:nvGrpSpPr>
            <p:grpSpPr>
              <a:xfrm>
                <a:off x="616980" y="5292729"/>
                <a:ext cx="3127445" cy="821190"/>
                <a:chOff x="842590" y="5420084"/>
                <a:chExt cx="3127445" cy="821190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9" name="Picture 28">
                  <a:extLst>
                    <a:ext uri="{FF2B5EF4-FFF2-40B4-BE49-F238E27FC236}">
                      <a16:creationId xmlns:a16="http://schemas.microsoft.com/office/drawing/2014/main" id="{CD3E45EE-DA47-FB4C-AC41-27292F878C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>
                  <a:avLst/>
                </a:prstGeom>
              </p:spPr>
            </p:pic>
            <p:pic>
              <p:nvPicPr>
                <p:cNvPr id="30" name="Picture 29">
                  <a:extLst>
                    <a:ext uri="{FF2B5EF4-FFF2-40B4-BE49-F238E27FC236}">
                      <a16:creationId xmlns:a16="http://schemas.microsoft.com/office/drawing/2014/main" id="{30103B98-660D-084B-8321-DBA525F85D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4905"/>
                <a:stretch/>
              </p:blipFill>
              <p:spPr>
                <a:xfrm>
                  <a:off x="2859067" y="5420084"/>
                  <a:ext cx="1110968" cy="821190"/>
                </a:xfrm>
                <a:prstGeom prst="rect">
                  <a:avLst/>
                </a:prstGeom>
              </p:spPr>
            </p:pic>
          </p:grpSp>
          <p:sp>
            <p:nvSpPr>
              <p:cNvPr id="28" name="Text Box 8">
                <a:extLst>
                  <a:ext uri="{FF2B5EF4-FFF2-40B4-BE49-F238E27FC236}">
                    <a16:creationId xmlns:a16="http://schemas.microsoft.com/office/drawing/2014/main" id="{353FBC48-20B8-084C-B54B-2A578BE3B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08562" y="6125746"/>
                <a:ext cx="2301691" cy="374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Pacemaker &amp; Monitor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AEF889B5-5851-5746-AB08-1839209EA393}"/>
                </a:ext>
              </a:extLst>
            </p:cNvPr>
            <p:cNvGrpSpPr/>
            <p:nvPr/>
          </p:nvGrpSpPr>
          <p:grpSpPr>
            <a:xfrm>
              <a:off x="7868239" y="4103350"/>
              <a:ext cx="1551621" cy="917725"/>
              <a:chOff x="7868239" y="4103350"/>
              <a:chExt cx="1551621" cy="917725"/>
            </a:xfrm>
          </p:grpSpPr>
          <p:pic>
            <p:nvPicPr>
              <p:cNvPr id="34" name="Picture 33">
                <a:extLst>
                  <a:ext uri="{FF2B5EF4-FFF2-40B4-BE49-F238E27FC236}">
                    <a16:creationId xmlns:a16="http://schemas.microsoft.com/office/drawing/2014/main" id="{4397B6CC-7ACF-AB44-AEEB-6942A1959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8239" y="4103350"/>
                <a:ext cx="1551621" cy="663838"/>
              </a:xfrm>
              <a:prstGeom prst="rect">
                <a:avLst/>
              </a:prstGeom>
            </p:spPr>
          </p:pic>
          <p:sp>
            <p:nvSpPr>
              <p:cNvPr id="35" name="Text Box 10">
                <a:extLst>
                  <a:ext uri="{FF2B5EF4-FFF2-40B4-BE49-F238E27FC236}">
                    <a16:creationId xmlns:a16="http://schemas.microsoft.com/office/drawing/2014/main" id="{D5046EF2-BE9A-5947-80CD-08C169F54D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03032" y="4682521"/>
                <a:ext cx="107971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AR devices</a:t>
                </a:r>
              </a:p>
            </p:txBody>
          </p: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ED68E62D-EDDE-DB4E-9E02-B0DBDFB7F0C8}"/>
                </a:ext>
              </a:extLst>
            </p:cNvPr>
            <p:cNvGrpSpPr/>
            <p:nvPr/>
          </p:nvGrpSpPr>
          <p:grpSpPr>
            <a:xfrm>
              <a:off x="7586090" y="5333549"/>
              <a:ext cx="1556069" cy="1292102"/>
              <a:chOff x="7586090" y="5333549"/>
              <a:chExt cx="1556069" cy="1292102"/>
            </a:xfrm>
          </p:grpSpPr>
          <p:pic>
            <p:nvPicPr>
              <p:cNvPr id="32" name="Picture 31">
                <a:extLst>
                  <a:ext uri="{FF2B5EF4-FFF2-40B4-BE49-F238E27FC236}">
                    <a16:creationId xmlns:a16="http://schemas.microsoft.com/office/drawing/2014/main" id="{D4B1D193-AA5A-2B4F-A43C-A5DB01A465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7586090" y="5333549"/>
                <a:ext cx="1308005" cy="1292102"/>
              </a:xfrm>
              <a:prstGeom prst="rect">
                <a:avLst/>
              </a:prstGeom>
            </p:spPr>
          </p:pic>
          <p:sp>
            <p:nvSpPr>
              <p:cNvPr id="33" name="Text Box 10">
                <a:extLst>
                  <a:ext uri="{FF2B5EF4-FFF2-40B4-BE49-F238E27FC236}">
                    <a16:creationId xmlns:a16="http://schemas.microsoft.com/office/drawing/2014/main" id="{10243502-70F1-454C-B91D-F4CBAD87DA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13461" y="6201538"/>
                <a:ext cx="628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Fitbit</a:t>
                </a:r>
              </a:p>
            </p:txBody>
          </p:sp>
        </p:grp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9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GB" dirty="0" err="1"/>
              <a:t>GPON</a:t>
            </a:r>
            <a:r>
              <a:rPr lang="en-GB" dirty="0"/>
              <a:t> Explained and Definition</a:t>
            </a:r>
            <a:br>
              <a:rPr lang="en-GB" dirty="0"/>
            </a:b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smtClean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0640" y="994740"/>
            <a:ext cx="6702334" cy="54483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311946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18801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Mbps per channel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6" name="Ink 5"/>
              <p14:cNvContentPartPr/>
              <p14:nvPr/>
            </p14:nvContentPartPr>
            <p14:xfrm>
              <a:off x="7000920" y="2257560"/>
              <a:ext cx="914760" cy="2305440"/>
            </p14:xfrm>
          </p:contentPart>
        </mc:Choice>
        <mc:Fallback xmlns="">
          <p:pic>
            <p:nvPicPr>
              <p:cNvPr id="6" name="Ink 5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991560" y="2248200"/>
                <a:ext cx="933480" cy="2324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/>
              <p14:cNvContentPartPr/>
              <p14:nvPr/>
            </p14:nvContentPartPr>
            <p14:xfrm>
              <a:off x="7343640" y="1438560"/>
              <a:ext cx="3410280" cy="4753080"/>
            </p14:xfrm>
          </p:contentPart>
        </mc:Choice>
        <mc:Fallback xmlns="">
          <p:pic>
            <p:nvPicPr>
              <p:cNvPr id="4" name="Ink 3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334280" y="1429200"/>
                <a:ext cx="3429000" cy="4771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/>
              <p14:cNvContentPartPr/>
              <p14:nvPr/>
            </p14:nvContentPartPr>
            <p14:xfrm>
              <a:off x="10429920" y="2162160"/>
              <a:ext cx="1267200" cy="48240"/>
            </p14:xfrm>
          </p:contentPart>
        </mc:Choice>
        <mc:Fallback xmlns="">
          <p:pic>
            <p:nvPicPr>
              <p:cNvPr id="3" name="Ink 2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0420560" y="2152800"/>
                <a:ext cx="1285920" cy="66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6" name="Ink 5"/>
              <p14:cNvContentPartPr/>
              <p14:nvPr/>
            </p14:nvContentPartPr>
            <p14:xfrm>
              <a:off x="6219720" y="609840"/>
              <a:ext cx="5963040" cy="5515200"/>
            </p14:xfrm>
          </p:contentPart>
        </mc:Choice>
        <mc:Fallback xmlns="">
          <p:pic>
            <p:nvPicPr>
              <p:cNvPr id="6" name="Ink 5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210360" y="600480"/>
                <a:ext cx="5981760" cy="5533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/>
              <p14:cNvContentPartPr/>
              <p14:nvPr/>
            </p14:nvContentPartPr>
            <p14:xfrm>
              <a:off x="619200" y="2257560"/>
              <a:ext cx="9392040" cy="3905640"/>
            </p14:xfrm>
          </p:contentPart>
        </mc:Choice>
        <mc:Fallback xmlns="">
          <p:pic>
            <p:nvPicPr>
              <p:cNvPr id="3" name="Ink 2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09840" y="2248200"/>
                <a:ext cx="9410760" cy="3924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/>
              <p14:cNvContentPartPr/>
              <p14:nvPr/>
            </p14:nvContentPartPr>
            <p14:xfrm>
              <a:off x="2981160" y="2638440"/>
              <a:ext cx="4829760" cy="2619720"/>
            </p14:xfrm>
          </p:contentPart>
        </mc:Choice>
        <mc:Fallback xmlns="">
          <p:pic>
            <p:nvPicPr>
              <p:cNvPr id="3" name="Ink 2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971800" y="2629080"/>
                <a:ext cx="4848480" cy="2638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/>
              <p14:cNvContentPartPr/>
              <p14:nvPr/>
            </p14:nvContentPartPr>
            <p14:xfrm>
              <a:off x="1647720" y="1333440"/>
              <a:ext cx="3134160" cy="3143880"/>
            </p14:xfrm>
          </p:contentPart>
        </mc:Choice>
        <mc:Fallback xmlns="">
          <p:pic>
            <p:nvPicPr>
              <p:cNvPr id="3" name="Ink 2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38360" y="1324080"/>
                <a:ext cx="3152880" cy="3162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/>
              <p14:cNvContentPartPr/>
              <p14:nvPr/>
            </p14:nvContentPartPr>
            <p14:xfrm>
              <a:off x="1133640" y="3353040"/>
              <a:ext cx="6820200" cy="847800"/>
            </p14:xfrm>
          </p:contentPart>
        </mc:Choice>
        <mc:Fallback xmlns="">
          <p:pic>
            <p:nvPicPr>
              <p:cNvPr id="4" name="Ink 3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24280" y="3343680"/>
                <a:ext cx="6838920" cy="866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1627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~18B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7197</TotalTime>
  <Words>7128</Words>
  <Application>Microsoft Office PowerPoint</Application>
  <PresentationFormat>Widescreen</PresentationFormat>
  <Paragraphs>2385</Paragraphs>
  <Slides>87</Slides>
  <Notes>84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87</vt:i4>
      </vt:variant>
    </vt:vector>
  </HeadingPairs>
  <TitlesOfParts>
    <vt:vector size="101" baseType="lpstr">
      <vt:lpstr>MS PGothic</vt:lpstr>
      <vt:lpstr>MS PGothic</vt:lpstr>
      <vt:lpstr>游ゴシック</vt:lpstr>
      <vt:lpstr>游ゴシック Light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GPON Explained and Definition 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User</cp:lastModifiedBy>
  <cp:revision>175</cp:revision>
  <dcterms:created xsi:type="dcterms:W3CDTF">2020-01-18T07:24:59Z</dcterms:created>
  <dcterms:modified xsi:type="dcterms:W3CDTF">2023-11-02T06:49:13Z</dcterms:modified>
</cp:coreProperties>
</file>