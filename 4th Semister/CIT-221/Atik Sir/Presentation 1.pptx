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0" r:id="rId1"/>
  </p:sldMasterIdLst>
  <p:sldIdLst>
    <p:sldId id="258" r:id="rId2"/>
    <p:sldId id="256" r:id="rId3"/>
    <p:sldId id="280" r:id="rId4"/>
    <p:sldId id="279" r:id="rId5"/>
    <p:sldId id="257" r:id="rId6"/>
    <p:sldId id="260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63" r:id="rId20"/>
    <p:sldId id="26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37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F4883-8607-42C3-A271-2AF412350182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F0D37-85D2-4DEC-B9F3-C01B0C419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118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F4883-8607-42C3-A271-2AF412350182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530F0D37-85D2-4DEC-B9F3-C01B0C419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918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F4883-8607-42C3-A271-2AF412350182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F0D37-85D2-4DEC-B9F3-C01B0C419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628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F4883-8607-42C3-A271-2AF412350182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F0D37-85D2-4DEC-B9F3-C01B0C419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646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F4883-8607-42C3-A271-2AF412350182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F0D37-85D2-4DEC-B9F3-C01B0C419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304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F4883-8607-42C3-A271-2AF412350182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F0D37-85D2-4DEC-B9F3-C01B0C419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482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F4883-8607-42C3-A271-2AF412350182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F0D37-85D2-4DEC-B9F3-C01B0C419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551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F4883-8607-42C3-A271-2AF412350182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F0D37-85D2-4DEC-B9F3-C01B0C419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970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F4883-8607-42C3-A271-2AF412350182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F0D37-85D2-4DEC-B9F3-C01B0C419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279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F4883-8607-42C3-A271-2AF412350182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F0D37-85D2-4DEC-B9F3-C01B0C419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58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F4883-8607-42C3-A271-2AF412350182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F0D37-85D2-4DEC-B9F3-C01B0C419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6404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F4883-8607-42C3-A271-2AF412350182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F0D37-85D2-4DEC-B9F3-C01B0C419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4236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F4883-8607-42C3-A271-2AF412350182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F0D37-85D2-4DEC-B9F3-C01B0C419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2456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F4883-8607-42C3-A271-2AF412350182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F0D37-85D2-4DEC-B9F3-C01B0C419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403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F4883-8607-42C3-A271-2AF412350182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F0D37-85D2-4DEC-B9F3-C01B0C419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3932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F4883-8607-42C3-A271-2AF412350182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F0D37-85D2-4DEC-B9F3-C01B0C419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9627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F4883-8607-42C3-A271-2AF412350182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F0D37-85D2-4DEC-B9F3-C01B0C419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988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B8F4883-8607-42C3-A271-2AF412350182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30F0D37-85D2-4DEC-B9F3-C01B0C419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544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  <p:sldLayoutId id="2147483752" r:id="rId12"/>
    <p:sldLayoutId id="2147483753" r:id="rId13"/>
    <p:sldLayoutId id="2147483754" r:id="rId14"/>
    <p:sldLayoutId id="2147483755" r:id="rId15"/>
    <p:sldLayoutId id="2147483756" r:id="rId16"/>
    <p:sldLayoutId id="214748375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99DF9FD-E140-46E5-2088-6DAD119FB70B}"/>
              </a:ext>
            </a:extLst>
          </p:cNvPr>
          <p:cNvSpPr txBox="1"/>
          <p:nvPr/>
        </p:nvSpPr>
        <p:spPr>
          <a:xfrm>
            <a:off x="1879600" y="2507181"/>
            <a:ext cx="35433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en-US" sz="1800" b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Name: Mehedi Hasan</a:t>
            </a:r>
            <a:endParaRPr lang="en-US" sz="1800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800" b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ID No: 2102007</a:t>
            </a:r>
            <a:endParaRPr lang="en-US" sz="1800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800" b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Reg No: 10134</a:t>
            </a:r>
            <a:endParaRPr lang="en-US" sz="1800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800" b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Session: 2021-22</a:t>
            </a:r>
          </a:p>
          <a:p>
            <a:r>
              <a:rPr lang="en-US" sz="1800" b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Level-II, Semester-II</a:t>
            </a:r>
            <a:endParaRPr lang="en-US" sz="1200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91A5D8-A3F2-70B3-3841-2642CC0C49B9}"/>
              </a:ext>
            </a:extLst>
          </p:cNvPr>
          <p:cNvSpPr txBox="1"/>
          <p:nvPr/>
        </p:nvSpPr>
        <p:spPr>
          <a:xfrm>
            <a:off x="8229600" y="2359434"/>
            <a:ext cx="38989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1800" b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Name: Md. Afridi </a:t>
            </a:r>
            <a:r>
              <a:rPr lang="en-US" sz="1800" b="1" kern="1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Alom</a:t>
            </a:r>
            <a:r>
              <a:rPr lang="en-US" sz="1800" b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Pranto</a:t>
            </a:r>
            <a:endParaRPr lang="en-US" sz="1200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800" b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ID No: 2102027</a:t>
            </a:r>
            <a:endParaRPr lang="en-US" sz="1200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800" b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Reg No: 10154</a:t>
            </a:r>
            <a:endParaRPr lang="en-US" sz="1200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800" b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Session: 2021-22</a:t>
            </a:r>
            <a:endParaRPr lang="en-US" sz="1200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en-US" sz="1800" b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Level-II, Semester-II</a:t>
            </a:r>
            <a:endParaRPr lang="en-US" sz="1200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806178-B74E-62E4-3B4B-9DBCF4937959}"/>
              </a:ext>
            </a:extLst>
          </p:cNvPr>
          <p:cNvSpPr txBox="1"/>
          <p:nvPr/>
        </p:nvSpPr>
        <p:spPr>
          <a:xfrm>
            <a:off x="5029200" y="4445884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1800" b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Name: Nazmus Sakib</a:t>
            </a:r>
            <a:endParaRPr lang="en-US" sz="1200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800" b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ID No: 2102066</a:t>
            </a:r>
            <a:endParaRPr lang="en-US" sz="1200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800" b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Reg No: 10193</a:t>
            </a:r>
            <a:endParaRPr lang="en-US" sz="1200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800" b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Session: 2021-22</a:t>
            </a:r>
            <a:endParaRPr lang="en-US" sz="1200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800" b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Times New Roman" panose="02020603050405020304" pitchFamily="18" charset="0"/>
              </a:rPr>
              <a:t>Level-II, Semester-II</a:t>
            </a:r>
            <a:endParaRPr lang="en-US" sz="1200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6580286-5C85-9A28-642C-A860BEA163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8500" y="444500"/>
            <a:ext cx="1905001" cy="1921891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184400" dir="5400000" sx="-80000" sy="-18000" rotWithShape="0">
              <a:srgbClr val="000000">
                <a:alpha val="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56017A2-2CBB-5663-F348-43D8983289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8309" y="306352"/>
            <a:ext cx="1921891" cy="1921891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8466F5C-D11C-53B3-B5FC-81F03D3DE0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8900" y="2507181"/>
            <a:ext cx="1981200" cy="188790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3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651547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61852CE-CDB7-90EB-80A9-7A94C33B1455}"/>
              </a:ext>
            </a:extLst>
          </p:cNvPr>
          <p:cNvSpPr txBox="1"/>
          <p:nvPr/>
        </p:nvSpPr>
        <p:spPr>
          <a:xfrm>
            <a:off x="2259656" y="1554764"/>
            <a:ext cx="9065260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600"/>
              </a:spcAft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Industry Type: 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Auto Rice Mill</a:t>
            </a:r>
            <a:endParaRPr lang="en-US" sz="2400" b="0" dirty="0">
              <a:effectLst/>
            </a:endParaRPr>
          </a:p>
          <a:p>
            <a:pPr algn="ctr" rtl="0">
              <a:spcBef>
                <a:spcPts val="0"/>
              </a:spcBef>
              <a:spcAft>
                <a:spcPts val="600"/>
              </a:spcAft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Visited Industry Name: 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Kohinoor Auto Rice Limited</a:t>
            </a:r>
            <a:endParaRPr lang="en-US" sz="2400" b="0" dirty="0">
              <a:effectLst/>
            </a:endParaRPr>
          </a:p>
          <a:p>
            <a:pPr algn="ctr" rtl="0">
              <a:spcBef>
                <a:spcPts val="0"/>
              </a:spcBef>
              <a:spcAft>
                <a:spcPts val="600"/>
              </a:spcAft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Location:</a:t>
            </a:r>
            <a:br>
              <a:rPr lang="en-US" sz="2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House: </a:t>
            </a:r>
            <a:r>
              <a:rPr lang="en-US" sz="24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Purbo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24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Sharikkhali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n-US" sz="24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Bashak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Bazar,</a:t>
            </a:r>
            <a:br>
              <a:rPr lang="en-US" sz="2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Upazila: Patuakhali Sadar,</a:t>
            </a:r>
            <a:br>
              <a:rPr lang="en-US" sz="2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District: Patuakhali,</a:t>
            </a:r>
            <a:br>
              <a:rPr lang="en-US" sz="2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Division: Barisal.</a:t>
            </a:r>
            <a:endParaRPr lang="en-US" sz="2400" b="0" dirty="0">
              <a:effectLst/>
            </a:endParaRPr>
          </a:p>
          <a:p>
            <a:pPr algn="ctr" rtl="0">
              <a:spcBef>
                <a:spcPts val="0"/>
              </a:spcBef>
              <a:spcAft>
                <a:spcPts val="600"/>
              </a:spcAft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Number of Total Workers: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45</a:t>
            </a:r>
            <a:endParaRPr lang="en-US" sz="2400" b="0" dirty="0">
              <a:effectLst/>
            </a:endParaRPr>
          </a:p>
          <a:p>
            <a:pPr algn="ctr"/>
            <a:br>
              <a:rPr lang="en-US" sz="2800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503868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FC637BC-53E2-0F92-7289-DEEEFF3AAB7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 b="6324"/>
          <a:stretch/>
        </p:blipFill>
        <p:spPr>
          <a:xfrm>
            <a:off x="178632" y="1496560"/>
            <a:ext cx="5525881" cy="4335042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63DEE3A-8145-BCE3-A5A0-D9A775DE24F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034482" y="1610438"/>
            <a:ext cx="5831287" cy="4107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774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F37AA1-3654-9C10-860B-2CD32FEDEC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767" b="12016"/>
          <a:stretch/>
        </p:blipFill>
        <p:spPr>
          <a:xfrm>
            <a:off x="822090" y="2587176"/>
            <a:ext cx="3661845" cy="42708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19735AB-3C23-62E0-5306-28DD76425F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6324" y="82495"/>
            <a:ext cx="2467107" cy="32792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4EB6B2-DD05-CE33-6BEE-59A3A78E8E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61" t="-17737" r="8965" b="17737"/>
          <a:stretch/>
        </p:blipFill>
        <p:spPr>
          <a:xfrm>
            <a:off x="4801973" y="2768782"/>
            <a:ext cx="3996889" cy="38395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7444EE3-22DD-4802-607B-5D1E4326B7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815" y="82495"/>
            <a:ext cx="4277970" cy="24063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457C922-503D-168C-58C2-169F3D25034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6699" y="258057"/>
            <a:ext cx="3194633" cy="5679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921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E6C5D991-37D4-9206-0BE7-E6B05B217939}"/>
              </a:ext>
            </a:extLst>
          </p:cNvPr>
          <p:cNvSpPr txBox="1"/>
          <p:nvPr/>
        </p:nvSpPr>
        <p:spPr>
          <a:xfrm>
            <a:off x="1536700" y="902772"/>
            <a:ext cx="1065530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600"/>
              </a:spcAft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3. Problem Identification</a:t>
            </a:r>
            <a:endParaRPr lang="en-US" sz="20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600"/>
              </a:spcAft>
            </a:pP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Through interviews with staff and observation of current workflows, we identified the following key problems:</a:t>
            </a:r>
            <a:endParaRPr lang="en-US" sz="2000" b="0" dirty="0">
              <a:effectLst/>
            </a:endParaRPr>
          </a:p>
          <a:p>
            <a:pPr rtl="0" fontAlgn="base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Manual Record Keeping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Inventory records are maintained on paper or in basic spreadsheets, leading to errors, duplication, and data loss.</a:t>
            </a:r>
          </a:p>
          <a:p>
            <a:pPr rtl="0" fontAlgn="base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Lack of Real-time Inventory Updates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There is no system to update inventory in real-time as rice is processed, packaged, or shipped.</a:t>
            </a:r>
          </a:p>
          <a:p>
            <a:pPr rtl="0" fontAlgn="base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Poor Traceability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Tracking of raw materials, processing batches, and final products is difficult due to disjointed records.</a:t>
            </a:r>
          </a:p>
          <a:p>
            <a:pPr rtl="0" fontAlgn="base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Inefficient Reporting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Generating reports for stock, production, and sales takes considerable time and often lacks accuracy.</a:t>
            </a:r>
          </a:p>
          <a:p>
            <a:pPr rtl="0" fontAlgn="base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No Centralized System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Data is siloed across departments without centralized access or integration.</a:t>
            </a:r>
          </a:p>
        </p:txBody>
      </p:sp>
    </p:spTree>
    <p:extLst>
      <p:ext uri="{BB962C8B-B14F-4D97-AF65-F5344CB8AC3E}">
        <p14:creationId xmlns:p14="http://schemas.microsoft.com/office/powerpoint/2010/main" val="87232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337A8D-3858-AAEF-53DD-BEAF4397C7E4}"/>
              </a:ext>
            </a:extLst>
          </p:cNvPr>
          <p:cNvSpPr txBox="1"/>
          <p:nvPr/>
        </p:nvSpPr>
        <p:spPr>
          <a:xfrm>
            <a:off x="1949450" y="318533"/>
            <a:ext cx="8293100" cy="3110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24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Target Users</a:t>
            </a:r>
            <a:endParaRPr lang="en-US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Inventory Managers</a:t>
            </a:r>
            <a:endParaRPr lang="en-US" sz="1600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Production Supervisors</a:t>
            </a:r>
            <a:endParaRPr lang="en-US" sz="1600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Sales and Dispatch Officers</a:t>
            </a:r>
            <a:endParaRPr lang="en-US" sz="1600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Administrative Staff</a:t>
            </a:r>
            <a:endParaRPr lang="en-US" sz="1600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DCFD34-5A4E-B59B-08B6-2CE2A0A3F7A5}"/>
              </a:ext>
            </a:extLst>
          </p:cNvPr>
          <p:cNvSpPr txBox="1"/>
          <p:nvPr/>
        </p:nvSpPr>
        <p:spPr>
          <a:xfrm>
            <a:off x="1949450" y="3571477"/>
            <a:ext cx="8604250" cy="3110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24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Development Platform</a:t>
            </a:r>
            <a:endParaRPr lang="en-US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Programming Language</a:t>
            </a:r>
            <a:r>
              <a:rPr lang="en-U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C#</a:t>
            </a:r>
            <a:endParaRPr lang="en-US" sz="1600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Framework</a:t>
            </a:r>
            <a:r>
              <a:rPr lang="en-U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.NET</a:t>
            </a:r>
            <a:endParaRPr lang="en-US" sz="1600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Database</a:t>
            </a:r>
            <a:r>
              <a:rPr lang="en-US" sz="24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MySQL</a:t>
            </a:r>
            <a:endParaRPr lang="en-US" sz="1600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50000"/>
              </a:lnSpc>
              <a:spcAft>
                <a:spcPts val="600"/>
              </a:spcAft>
            </a:pPr>
            <a:r>
              <a:rPr lang="en-US" sz="24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8363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D1F031B-7EC2-E8A1-C44E-A5E60273DA32}"/>
              </a:ext>
            </a:extLst>
          </p:cNvPr>
          <p:cNvSpPr txBox="1"/>
          <p:nvPr/>
        </p:nvSpPr>
        <p:spPr>
          <a:xfrm>
            <a:off x="4420925" y="143122"/>
            <a:ext cx="68142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Our Business policy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EE46F6-762F-32B1-1244-EDC60A81FE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411001">
            <a:off x="1522176" y="600015"/>
            <a:ext cx="2088361" cy="139147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42C3AA4-6C18-C88E-45F3-F96FE6D34877}"/>
              </a:ext>
            </a:extLst>
          </p:cNvPr>
          <p:cNvSpPr txBox="1"/>
          <p:nvPr/>
        </p:nvSpPr>
        <p:spPr>
          <a:xfrm>
            <a:off x="3784567" y="1393168"/>
            <a:ext cx="4293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Our software is absolutely free ! </a:t>
            </a:r>
          </a:p>
        </p:txBody>
      </p:sp>
      <p:pic>
        <p:nvPicPr>
          <p:cNvPr id="7" name="Graphic 6" descr="Face with heart eyes">
            <a:extLst>
              <a:ext uri="{FF2B5EF4-FFF2-40B4-BE49-F238E27FC236}">
                <a16:creationId xmlns:a16="http://schemas.microsoft.com/office/drawing/2014/main" id="{7338CBBC-6F4D-D419-2A07-4B4A81785E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72222" y="917657"/>
            <a:ext cx="1311673" cy="13866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F4A8C5B-E537-2D68-8231-03996113A7D8}"/>
              </a:ext>
            </a:extLst>
          </p:cNvPr>
          <p:cNvSpPr txBox="1"/>
          <p:nvPr/>
        </p:nvSpPr>
        <p:spPr>
          <a:xfrm>
            <a:off x="4420925" y="2366215"/>
            <a:ext cx="45004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💼 Revenue Summary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99F125-CE09-04B6-73B1-4BE90F4AEEFB}"/>
              </a:ext>
            </a:extLst>
          </p:cNvPr>
          <p:cNvSpPr txBox="1"/>
          <p:nvPr/>
        </p:nvSpPr>
        <p:spPr>
          <a:xfrm>
            <a:off x="3290824" y="3006241"/>
            <a:ext cx="8309113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/>
              </a:rPr>
              <a:t>✅ Charge per Ton: 100 Tk</a:t>
            </a:r>
          </a:p>
          <a:p>
            <a:r>
              <a:rPr lang="en-US" sz="2000" dirty="0">
                <a:latin typeface="Calibri"/>
              </a:rPr>
              <a:t>✅ Monthly Processed Quantity: 35 – 45 tons</a:t>
            </a:r>
          </a:p>
          <a:p>
            <a:r>
              <a:rPr lang="en-US" sz="2000" dirty="0">
                <a:latin typeface="Calibri"/>
              </a:rPr>
              <a:t>✅ Average Processed Quantity: 40 tons</a:t>
            </a:r>
          </a:p>
          <a:p>
            <a:endParaRPr lang="en-US" sz="2000" dirty="0">
              <a:latin typeface="Calibri"/>
            </a:endParaRPr>
          </a:p>
          <a:p>
            <a:r>
              <a:rPr lang="en-US" sz="2000" dirty="0">
                <a:latin typeface="Calibri"/>
              </a:rPr>
              <a:t>📅 Monthly Earnings:</a:t>
            </a:r>
          </a:p>
          <a:p>
            <a:r>
              <a:rPr lang="en-US" sz="2000" dirty="0">
                <a:latin typeface="Calibri"/>
              </a:rPr>
              <a:t>40 tons × 100 Tk = 4,000 Tk</a:t>
            </a:r>
          </a:p>
          <a:p>
            <a:endParaRPr lang="en-US" sz="2000" dirty="0">
              <a:latin typeface="Calibri"/>
            </a:endParaRPr>
          </a:p>
          <a:p>
            <a:r>
              <a:rPr lang="en-US" sz="2000" dirty="0">
                <a:latin typeface="Calibri"/>
              </a:rPr>
              <a:t>📈 Yearly Earnings:</a:t>
            </a:r>
          </a:p>
          <a:p>
            <a:r>
              <a:rPr lang="en-US" sz="2000" dirty="0">
                <a:latin typeface="Calibri"/>
              </a:rPr>
              <a:t>4,000 Tk × 12 = 48,000 Tk</a:t>
            </a:r>
          </a:p>
          <a:p>
            <a:endParaRPr lang="en-US" sz="2000" dirty="0">
              <a:latin typeface="Calibri"/>
            </a:endParaRPr>
          </a:p>
          <a:p>
            <a:r>
              <a:rPr lang="en-US" sz="2000" dirty="0">
                <a:latin typeface="Calibri"/>
              </a:rPr>
              <a:t>*This is the earning summary from only one Auto-Rice Mill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8199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69F56C-75D2-2420-BFB9-084236B27A42}"/>
              </a:ext>
            </a:extLst>
          </p:cNvPr>
          <p:cNvSpPr txBox="1"/>
          <p:nvPr/>
        </p:nvSpPr>
        <p:spPr>
          <a:xfrm>
            <a:off x="4715123" y="480158"/>
            <a:ext cx="63610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Why People Take Our Solution?</a:t>
            </a:r>
          </a:p>
        </p:txBody>
      </p:sp>
      <p:pic>
        <p:nvPicPr>
          <p:cNvPr id="4" name="Picture 3" descr="Businessman shrugging">
            <a:extLst>
              <a:ext uri="{FF2B5EF4-FFF2-40B4-BE49-F238E27FC236}">
                <a16:creationId xmlns:a16="http://schemas.microsoft.com/office/drawing/2014/main" id="{0443A29F-5120-BE44-6830-465072B0BB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0666" y="564541"/>
            <a:ext cx="2417508" cy="54100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00CA954-D51E-898C-E221-2ED45FD9092E}"/>
              </a:ext>
            </a:extLst>
          </p:cNvPr>
          <p:cNvSpPr txBox="1"/>
          <p:nvPr/>
        </p:nvSpPr>
        <p:spPr>
          <a:xfrm>
            <a:off x="1407380" y="1759448"/>
            <a:ext cx="64882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Visit and Talk with The Administrative Body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5B7D32-4E35-A853-F8CF-D62969651F85}"/>
              </a:ext>
            </a:extLst>
          </p:cNvPr>
          <p:cNvSpPr txBox="1"/>
          <p:nvPr/>
        </p:nvSpPr>
        <p:spPr>
          <a:xfrm>
            <a:off x="5788238" y="2874854"/>
            <a:ext cx="36947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Explain and Demonstrate</a:t>
            </a:r>
            <a:r>
              <a:rPr lang="en-US" sz="2400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FC0F6B-62D6-0FA7-65F4-8535C543F299}"/>
              </a:ext>
            </a:extLst>
          </p:cNvPr>
          <p:cNvSpPr txBox="1"/>
          <p:nvPr/>
        </p:nvSpPr>
        <p:spPr>
          <a:xfrm>
            <a:off x="6970333" y="4154144"/>
            <a:ext cx="25126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Convince and Sell</a:t>
            </a:r>
          </a:p>
        </p:txBody>
      </p:sp>
    </p:spTree>
    <p:extLst>
      <p:ext uri="{BB962C8B-B14F-4D97-AF65-F5344CB8AC3E}">
        <p14:creationId xmlns:p14="http://schemas.microsoft.com/office/powerpoint/2010/main" val="31163751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4C6573-08B3-1F33-28BD-7EF3260C0F5B}"/>
              </a:ext>
            </a:extLst>
          </p:cNvPr>
          <p:cNvSpPr txBox="1"/>
          <p:nvPr/>
        </p:nvSpPr>
        <p:spPr>
          <a:xfrm>
            <a:off x="4532243" y="357809"/>
            <a:ext cx="5685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Features of Our Software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1C39BF-96EA-F387-2D03-F802F5296683}"/>
              </a:ext>
            </a:extLst>
          </p:cNvPr>
          <p:cNvSpPr txBox="1"/>
          <p:nvPr/>
        </p:nvSpPr>
        <p:spPr>
          <a:xfrm>
            <a:off x="1518700" y="1138061"/>
            <a:ext cx="4166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 Authentication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7B0BCB-BF8D-095A-61A8-9A544C140E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18313"/>
            <a:ext cx="5685183" cy="32080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54C960-1D5F-7AD6-32CF-DDEF3AB0C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9624" y="1898871"/>
            <a:ext cx="5824670" cy="3227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1450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578B63-FC1C-72B5-0F85-27E7337C3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513" y="1120693"/>
            <a:ext cx="9695935" cy="51389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33433A0-0469-8ACC-A61E-D8BCF9F5ECAD}"/>
              </a:ext>
            </a:extLst>
          </p:cNvPr>
          <p:cNvSpPr txBox="1"/>
          <p:nvPr/>
        </p:nvSpPr>
        <p:spPr>
          <a:xfrm>
            <a:off x="5634682" y="409317"/>
            <a:ext cx="4926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Admin Panel</a:t>
            </a:r>
          </a:p>
        </p:txBody>
      </p:sp>
    </p:spTree>
    <p:extLst>
      <p:ext uri="{BB962C8B-B14F-4D97-AF65-F5344CB8AC3E}">
        <p14:creationId xmlns:p14="http://schemas.microsoft.com/office/powerpoint/2010/main" val="28533453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E44588-711F-365C-2F59-8FD0C09A9E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5043" y="482017"/>
            <a:ext cx="9997244" cy="5893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8610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0CD01D-1E0F-23BD-D258-1C05B558A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215" y="469128"/>
            <a:ext cx="9934305" cy="5775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6916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416186-6A95-C9EB-F0DD-DA74888C4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2027" y="341906"/>
            <a:ext cx="8906103" cy="5963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7229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C3C3DAB-7219-07AD-51B8-5FE692821F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2715" y="540689"/>
            <a:ext cx="9581991" cy="5460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9084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B52EDF-FF12-2D94-8B07-5147005B83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444" y="405517"/>
            <a:ext cx="9373895" cy="557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2469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6319E7-EBCC-3185-5DC6-F11C3F550C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2796" y="345560"/>
            <a:ext cx="10593788" cy="5634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9428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37FAB2-582E-3BE4-FF30-3C97790C0C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880" y="358072"/>
            <a:ext cx="10119755" cy="5454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4037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2924FC-BDD8-E728-5FF3-DFC3CB804C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828" y="1567357"/>
            <a:ext cx="5681244" cy="39748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45995AD-9A54-DCA6-857F-332916B6D0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4518" y="1289807"/>
            <a:ext cx="3463232" cy="4529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5033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CD90991-6617-B604-5257-0497427C344B}"/>
              </a:ext>
            </a:extLst>
          </p:cNvPr>
          <p:cNvSpPr txBox="1"/>
          <p:nvPr/>
        </p:nvSpPr>
        <p:spPr>
          <a:xfrm>
            <a:off x="1892300" y="555296"/>
            <a:ext cx="10083800" cy="5747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32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Outcome and Benefits</a:t>
            </a:r>
            <a:endParaRPr lang="en-US" sz="2000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sz="2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system will bring the following benefits to Kohinoor Auto Rice Limited:</a:t>
            </a:r>
            <a:endParaRPr lang="en-US" sz="2000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Reduced Manual Errors</a:t>
            </a:r>
            <a:endParaRPr lang="en-US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Faster Decision Making</a:t>
            </a:r>
            <a:endParaRPr lang="en-US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Improved Operational Visibility</a:t>
            </a:r>
            <a:endParaRPr lang="en-US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Better Resource Planning</a:t>
            </a:r>
            <a:endParaRPr lang="en-US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b="1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Enhanced Traceability and Accountability</a:t>
            </a:r>
            <a:endParaRPr lang="en-US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8215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C69402-0F91-5655-D9C4-171B595E5B84}"/>
              </a:ext>
            </a:extLst>
          </p:cNvPr>
          <p:cNvSpPr txBox="1"/>
          <p:nvPr/>
        </p:nvSpPr>
        <p:spPr>
          <a:xfrm>
            <a:off x="2628900" y="1892299"/>
            <a:ext cx="8178800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500" b="1" dirty="0"/>
              <a:t>Thank</a:t>
            </a:r>
          </a:p>
          <a:p>
            <a:pPr algn="ctr"/>
            <a:r>
              <a:rPr lang="en-US" sz="11500" b="1" dirty="0"/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6979614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153</TotalTime>
  <Words>389</Words>
  <Application>Microsoft Office PowerPoint</Application>
  <PresentationFormat>Widescreen</PresentationFormat>
  <Paragraphs>67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Corbel</vt:lpstr>
      <vt:lpstr>Symbol</vt:lpstr>
      <vt:lpstr>Parallax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Nazmus Sakib</dc:creator>
  <cp:lastModifiedBy>Mehedi Hasan</cp:lastModifiedBy>
  <cp:revision>5</cp:revision>
  <dcterms:created xsi:type="dcterms:W3CDTF">2025-06-22T15:45:49Z</dcterms:created>
  <dcterms:modified xsi:type="dcterms:W3CDTF">2025-06-23T16:01:18Z</dcterms:modified>
</cp:coreProperties>
</file>