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8" r:id="rId3"/>
    <p:sldId id="264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1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4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0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8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5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7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7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23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3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2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8F4883-8607-42C3-A271-2AF412350182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1852CE-CDB7-90EB-80A9-7A94C33B1455}"/>
              </a:ext>
            </a:extLst>
          </p:cNvPr>
          <p:cNvSpPr txBox="1"/>
          <p:nvPr/>
        </p:nvSpPr>
        <p:spPr>
          <a:xfrm>
            <a:off x="1563370" y="1412151"/>
            <a:ext cx="906526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Industry Type: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 Rice Mill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Visited Industry Name: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Kohinoor Auto Rice Limited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Location:</a:t>
            </a:r>
            <a:b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House: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Purbo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Sharikkhali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Bashak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Bazar,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Upazila: Patuakhali Sadar,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District: Patuakhali,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Division: Barisal.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Number of Total Workers: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45</a:t>
            </a:r>
            <a:endParaRPr lang="en-US" sz="2400" b="0" dirty="0">
              <a:effectLst/>
            </a:endParaRPr>
          </a:p>
          <a:p>
            <a:pPr algn="ctr"/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386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28CD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9DF9FD-E140-46E5-2088-6DAD119FB70B}"/>
              </a:ext>
            </a:extLst>
          </p:cNvPr>
          <p:cNvSpPr txBox="1"/>
          <p:nvPr/>
        </p:nvSpPr>
        <p:spPr>
          <a:xfrm>
            <a:off x="1879600" y="2507181"/>
            <a:ext cx="3543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Mehedi Hasan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2102007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10134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</a:p>
          <a:p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1A5D8-A3F2-70B3-3841-2642CC0C49B9}"/>
              </a:ext>
            </a:extLst>
          </p:cNvPr>
          <p:cNvSpPr txBox="1"/>
          <p:nvPr/>
        </p:nvSpPr>
        <p:spPr>
          <a:xfrm>
            <a:off x="8229600" y="2359434"/>
            <a:ext cx="38989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Md. Afridi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Alom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Pranto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2102027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10154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06178-B74E-62E4-3B4B-9DBCF4937959}"/>
              </a:ext>
            </a:extLst>
          </p:cNvPr>
          <p:cNvSpPr txBox="1"/>
          <p:nvPr/>
        </p:nvSpPr>
        <p:spPr>
          <a:xfrm>
            <a:off x="5029200" y="444588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Nazmus Sakib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2102066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10193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580286-5C85-9A28-642C-A860BEA1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444500"/>
            <a:ext cx="190500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1844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6017A2-2CBB-5663-F348-43D898328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309" y="306352"/>
            <a:ext cx="192189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466F5C-D11C-53B3-B5FC-81F03D3DE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00" y="2507181"/>
            <a:ext cx="1981200" cy="18879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3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515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A755-15AE-99F3-1D49-7232EB82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96563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C5D991-37D4-9206-0BE7-E6B05B217939}"/>
              </a:ext>
            </a:extLst>
          </p:cNvPr>
          <p:cNvSpPr txBox="1"/>
          <p:nvPr/>
        </p:nvSpPr>
        <p:spPr>
          <a:xfrm>
            <a:off x="1536700" y="902772"/>
            <a:ext cx="106553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Problem Identification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Through interviews with staff and observation of current workflows, we identified the following key problems: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 Record Keeping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Inventory records are maintained on paper or in basic spreadsheets, leading to errors, duplication, and data loss.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Lack of Real-time Inventory Updates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There is no system to update inventory in real-time as rice is processed, packaged, or shipped.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Poor Traceability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Tracking of raw materials, processing batches, and final products is difficult due to disjointed records.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Inefficient Reporting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Generating reports for stock, production, and sales takes considerable time and often lacks accuracy.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Centralized System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Data is siloed across departments without centralized access or integration.</a:t>
            </a:r>
          </a:p>
        </p:txBody>
      </p:sp>
    </p:spTree>
    <p:extLst>
      <p:ext uri="{BB962C8B-B14F-4D97-AF65-F5344CB8AC3E}">
        <p14:creationId xmlns:p14="http://schemas.microsoft.com/office/powerpoint/2010/main" val="872324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65A493-F21B-8BF6-350C-D0E1CC59F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295388"/>
            <a:ext cx="9232900" cy="5149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C9998-B67F-5F78-FC2C-CBDCC0511CF0}"/>
              </a:ext>
            </a:extLst>
          </p:cNvPr>
          <p:cNvSpPr txBox="1"/>
          <p:nvPr/>
        </p:nvSpPr>
        <p:spPr>
          <a:xfrm>
            <a:off x="3016250" y="5851555"/>
            <a:ext cx="690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Fig: In front of the Rice Mill</a:t>
            </a:r>
          </a:p>
        </p:txBody>
      </p:sp>
    </p:spTree>
    <p:extLst>
      <p:ext uri="{BB962C8B-B14F-4D97-AF65-F5344CB8AC3E}">
        <p14:creationId xmlns:p14="http://schemas.microsoft.com/office/powerpoint/2010/main" val="262101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37A8D-3858-AAEF-53DD-BEAF4397C7E4}"/>
              </a:ext>
            </a:extLst>
          </p:cNvPr>
          <p:cNvSpPr txBox="1"/>
          <p:nvPr/>
        </p:nvSpPr>
        <p:spPr>
          <a:xfrm>
            <a:off x="1949450" y="318533"/>
            <a:ext cx="829310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Users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Inventory Managers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 Supervisors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and Dispatch Officers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Administrative Staff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CFD34-5A4E-B59B-08B6-2CE2A0A3F7A5}"/>
              </a:ext>
            </a:extLst>
          </p:cNvPr>
          <p:cNvSpPr txBox="1"/>
          <p:nvPr/>
        </p:nvSpPr>
        <p:spPr>
          <a:xfrm>
            <a:off x="1949450" y="3571477"/>
            <a:ext cx="860425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Platform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C#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.NET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MySQL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3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59C54F-60C9-45E3-4457-1C6DDF3EBC4C}"/>
              </a:ext>
            </a:extLst>
          </p:cNvPr>
          <p:cNvSpPr txBox="1"/>
          <p:nvPr/>
        </p:nvSpPr>
        <p:spPr>
          <a:xfrm>
            <a:off x="1828800" y="139700"/>
            <a:ext cx="10477500" cy="635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 Features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User Authentication</a:t>
            </a:r>
            <a:endParaRPr lang="en-US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 login for different user roles (admin, manager, staff).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Inventory Management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Real-time stock updates for raw rice, processed rice, and by-products.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Add/Edit/Delete inventory items.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stock adjustments based on operations (e.g., milling, dispatch).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Production Tracking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 daily production inputs and outputs.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 material usage and batch details.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1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33DF5-3246-EB1E-22FC-8BC2E7EF5367}"/>
              </a:ext>
            </a:extLst>
          </p:cNvPr>
          <p:cNvSpPr txBox="1"/>
          <p:nvPr/>
        </p:nvSpPr>
        <p:spPr>
          <a:xfrm>
            <a:off x="2755900" y="717207"/>
            <a:ext cx="8699500" cy="493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Sales and Dispatch Module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 sales orders and deliveries.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inventory on dispatch.</a:t>
            </a:r>
            <a:endParaRPr lang="en-US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5.  </a:t>
            </a: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reports for stock levels, production summaries, and sales.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 to Excel or PDF.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2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90991-6617-B604-5257-0497427C344B}"/>
              </a:ext>
            </a:extLst>
          </p:cNvPr>
          <p:cNvSpPr txBox="1"/>
          <p:nvPr/>
        </p:nvSpPr>
        <p:spPr>
          <a:xfrm>
            <a:off x="1892300" y="555296"/>
            <a:ext cx="10083800" cy="574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3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Outcome and Benefits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will bring the following benefits to Kohinoor Auto Rice Limited: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Manual Errors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Decision Making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Improved Operational Visibility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Resource Planning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Enhanced Traceability and Accountability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21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DB6C9-3830-9537-6F42-0A5A6CB6B078}"/>
              </a:ext>
            </a:extLst>
          </p:cNvPr>
          <p:cNvSpPr txBox="1"/>
          <p:nvPr/>
        </p:nvSpPr>
        <p:spPr>
          <a:xfrm>
            <a:off x="2578100" y="2527300"/>
            <a:ext cx="8420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212413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C69402-0F91-5655-D9C4-171B595E5B84}"/>
              </a:ext>
            </a:extLst>
          </p:cNvPr>
          <p:cNvSpPr txBox="1"/>
          <p:nvPr/>
        </p:nvSpPr>
        <p:spPr>
          <a:xfrm>
            <a:off x="2628900" y="1892299"/>
            <a:ext cx="81788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Thank</a:t>
            </a:r>
          </a:p>
          <a:p>
            <a:pPr algn="ctr"/>
            <a:r>
              <a:rPr lang="en-US" sz="115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97961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423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Symbol</vt:lpstr>
      <vt:lpstr>Wingdings</vt:lpstr>
      <vt:lpstr>Parallax</vt:lpstr>
      <vt:lpstr>PowerPoint Presentation</vt:lpstr>
      <vt:lpstr>PowerPoint Presentation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Nazmus Sakib</dc:creator>
  <cp:lastModifiedBy>Nazmus Sakib</cp:lastModifiedBy>
  <cp:revision>1</cp:revision>
  <dcterms:created xsi:type="dcterms:W3CDTF">2025-06-22T15:45:49Z</dcterms:created>
  <dcterms:modified xsi:type="dcterms:W3CDTF">2025-06-22T17:33:10Z</dcterms:modified>
</cp:coreProperties>
</file>