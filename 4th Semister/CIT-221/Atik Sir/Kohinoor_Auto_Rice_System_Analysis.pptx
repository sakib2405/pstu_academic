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Analysis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Kohinoor Auto Rice Limited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Kohinoor Auto Rice Limited</a:t>
            </a:r>
          </a:p>
          <a:p>
            <a:r>
              <a:t>• Industry: Rice Milling &amp; Agro-industrial Production</a:t>
            </a:r>
          </a:p>
          <a:p>
            <a:r>
              <a:t>• Operations: Automated rice processing from paddy to rice</a:t>
            </a:r>
          </a:p>
          <a:p>
            <a:r>
              <a:t>• Market: Local wholesalers, retailers, exporters</a:t>
            </a:r>
          </a:p>
          <a:p>
            <a:r>
              <a:t>• Current system: Manual/semi-automated 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Problems (As-Is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record-keeping causes errors and delays</a:t>
            </a:r>
          </a:p>
          <a:p>
            <a:r>
              <a:t>• No real-time inventory tracking</a:t>
            </a:r>
          </a:p>
          <a:p>
            <a:r>
              <a:t>• Poor inter-departmental communication</a:t>
            </a:r>
          </a:p>
          <a:p>
            <a:r>
              <a:t>• Lack of data for decision-making</a:t>
            </a:r>
          </a:p>
          <a:p>
            <a:r>
              <a:t>• No centralized customer/supplier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(To-Be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automated system</a:t>
            </a:r>
          </a:p>
          <a:p>
            <a:r>
              <a:t>• Modules: Inventory, Sales, Purchase, CRM</a:t>
            </a:r>
          </a:p>
          <a:p>
            <a:r>
              <a:t>• Real-time dashboards and reporting</a:t>
            </a:r>
          </a:p>
          <a:p>
            <a:r>
              <a:t>• Mobile/web-based access</a:t>
            </a:r>
          </a:p>
          <a:p>
            <a:r>
              <a:t>• Integrated quality control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Analysis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gathering: Interviews, observations</a:t>
            </a:r>
          </a:p>
          <a:p>
            <a:r>
              <a:t>• Data Flow Diagrams (DFD)</a:t>
            </a:r>
          </a:p>
          <a:p>
            <a:r>
              <a:t>• Entity-Relationship Diagram (ERD)</a:t>
            </a:r>
          </a:p>
          <a:p>
            <a:r>
              <a:t>• SWOT Analysis</a:t>
            </a:r>
          </a:p>
          <a:p>
            <a:r>
              <a:t>• Use Case Diagrams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the New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inventory updates (50–70%)</a:t>
            </a:r>
          </a:p>
          <a:p>
            <a:r>
              <a:t>• Improved data accuracy</a:t>
            </a:r>
          </a:p>
          <a:p>
            <a:r>
              <a:t>• Better decision-making</a:t>
            </a:r>
          </a:p>
          <a:p>
            <a:r>
              <a:t>• Enhanced customer service</a:t>
            </a:r>
          </a:p>
          <a:p>
            <a:r>
              <a:t>• Efficient stock and quality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Resistance to change: Training, phased rollout</a:t>
            </a:r>
          </a:p>
          <a:p>
            <a:r>
              <a:t>• Downtime risks: Cloud backups</a:t>
            </a:r>
          </a:p>
          <a:p>
            <a:r>
              <a:t>• Data migration: Careful testing and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Requirement analysis &amp; design</a:t>
            </a:r>
          </a:p>
          <a:p>
            <a:r>
              <a:t>• Phase 2: Development</a:t>
            </a:r>
          </a:p>
          <a:p>
            <a:r>
              <a:t>• Phase 3: Testing &amp; training</a:t>
            </a:r>
          </a:p>
          <a:p>
            <a:r>
              <a:t>• Phase 4: Deployment &amp;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analysis enables digital transformation</a:t>
            </a:r>
          </a:p>
          <a:p>
            <a:r>
              <a:t>• Improves planning and efficiency</a:t>
            </a:r>
          </a:p>
          <a:p>
            <a:r>
              <a:t>• Boosts profitability and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